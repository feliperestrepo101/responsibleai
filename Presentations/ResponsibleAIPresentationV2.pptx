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6" r:id="rId4"/>
  </p:sldMasterIdLst>
  <p:notesMasterIdLst>
    <p:notesMasterId r:id="rId24"/>
  </p:notesMasterIdLst>
  <p:sldIdLst>
    <p:sldId id="256" r:id="rId5"/>
    <p:sldId id="303" r:id="rId6"/>
    <p:sldId id="304" r:id="rId7"/>
    <p:sldId id="305" r:id="rId8"/>
    <p:sldId id="320" r:id="rId9"/>
    <p:sldId id="308" r:id="rId10"/>
    <p:sldId id="318" r:id="rId11"/>
    <p:sldId id="310" r:id="rId12"/>
    <p:sldId id="321" r:id="rId13"/>
    <p:sldId id="322" r:id="rId14"/>
    <p:sldId id="312" r:id="rId15"/>
    <p:sldId id="311" r:id="rId16"/>
    <p:sldId id="313" r:id="rId17"/>
    <p:sldId id="309" r:id="rId18"/>
    <p:sldId id="317" r:id="rId19"/>
    <p:sldId id="307" r:id="rId20"/>
    <p:sldId id="314" r:id="rId21"/>
    <p:sldId id="315" r:id="rId22"/>
    <p:sldId id="31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3A31"/>
    <a:srgbClr val="3C2B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DCC9B7-699E-4372-99CF-E87E7723339A}" v="3" dt="2025-11-30T17:30:33.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7" autoAdjust="0"/>
    <p:restoredTop sz="80900" autoAdjust="0"/>
  </p:normalViewPr>
  <p:slideViewPr>
    <p:cSldViewPr snapToGrid="0">
      <p:cViewPr varScale="1">
        <p:scale>
          <a:sx n="111" d="100"/>
          <a:sy n="111" d="100"/>
        </p:scale>
        <p:origin x="468"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strepo,Felipe" userId="b75f12e2-536c-4746-b91a-77e5f7eb6e51" providerId="ADAL" clId="{6906C9F5-A252-4979-915D-DF3F6C4B4011}"/>
    <pc:docChg chg="undo custSel addSld delSld modSld sldOrd">
      <pc:chgData name="Restrepo,Felipe" userId="b75f12e2-536c-4746-b91a-77e5f7eb6e51" providerId="ADAL" clId="{6906C9F5-A252-4979-915D-DF3F6C4B4011}" dt="2025-11-30T17:30:49.770" v="1331"/>
      <pc:docMkLst>
        <pc:docMk/>
      </pc:docMkLst>
      <pc:sldChg chg="addSp delSp modSp mod modClrScheme chgLayout">
        <pc:chgData name="Restrepo,Felipe" userId="b75f12e2-536c-4746-b91a-77e5f7eb6e51" providerId="ADAL" clId="{6906C9F5-A252-4979-915D-DF3F6C4B4011}" dt="2025-11-21T20:13:01.439" v="43" actId="20577"/>
        <pc:sldMkLst>
          <pc:docMk/>
          <pc:sldMk cId="2963964124" sldId="256"/>
        </pc:sldMkLst>
        <pc:spChg chg="mod">
          <ac:chgData name="Restrepo,Felipe" userId="b75f12e2-536c-4746-b91a-77e5f7eb6e51" providerId="ADAL" clId="{6906C9F5-A252-4979-915D-DF3F6C4B4011}" dt="2025-11-21T20:13:01.439" v="43" actId="20577"/>
          <ac:spMkLst>
            <pc:docMk/>
            <pc:sldMk cId="2963964124" sldId="256"/>
            <ac:spMk id="2" creationId="{58191409-041C-9A9F-3D67-DD08939AB43A}"/>
          </ac:spMkLst>
        </pc:spChg>
      </pc:sldChg>
      <pc:sldChg chg="addSp modSp new ord">
        <pc:chgData name="Restrepo,Felipe" userId="b75f12e2-536c-4746-b91a-77e5f7eb6e51" providerId="ADAL" clId="{6906C9F5-A252-4979-915D-DF3F6C4B4011}" dt="2025-11-21T19:59:41.287" v="16"/>
        <pc:sldMkLst>
          <pc:docMk/>
          <pc:sldMk cId="1250256120" sldId="303"/>
        </pc:sldMkLst>
        <pc:spChg chg="add mod">
          <ac:chgData name="Restrepo,Felipe" userId="b75f12e2-536c-4746-b91a-77e5f7eb6e51" providerId="ADAL" clId="{6906C9F5-A252-4979-915D-DF3F6C4B4011}" dt="2025-11-21T19:59:41.287" v="16"/>
          <ac:spMkLst>
            <pc:docMk/>
            <pc:sldMk cId="1250256120" sldId="303"/>
            <ac:spMk id="2" creationId="{CCC2D6DC-5014-4987-B862-4C89FC88E972}"/>
          </ac:spMkLst>
        </pc:spChg>
        <pc:spChg chg="add mod">
          <ac:chgData name="Restrepo,Felipe" userId="b75f12e2-536c-4746-b91a-77e5f7eb6e51" providerId="ADAL" clId="{6906C9F5-A252-4979-915D-DF3F6C4B4011}" dt="2025-11-21T19:59:41.287" v="16"/>
          <ac:spMkLst>
            <pc:docMk/>
            <pc:sldMk cId="1250256120" sldId="303"/>
            <ac:spMk id="3" creationId="{12CBC0AB-1F10-91A3-717C-C91AE9F0A6B7}"/>
          </ac:spMkLst>
        </pc:spChg>
      </pc:sldChg>
      <pc:sldChg chg="addSp modSp add">
        <pc:chgData name="Restrepo,Felipe" userId="b75f12e2-536c-4746-b91a-77e5f7eb6e51" providerId="ADAL" clId="{6906C9F5-A252-4979-915D-DF3F6C4B4011}" dt="2025-11-21T20:00:01.430" v="17"/>
        <pc:sldMkLst>
          <pc:docMk/>
          <pc:sldMk cId="3791558631" sldId="304"/>
        </pc:sldMkLst>
        <pc:spChg chg="add mod">
          <ac:chgData name="Restrepo,Felipe" userId="b75f12e2-536c-4746-b91a-77e5f7eb6e51" providerId="ADAL" clId="{6906C9F5-A252-4979-915D-DF3F6C4B4011}" dt="2025-11-21T20:00:01.430" v="17"/>
          <ac:spMkLst>
            <pc:docMk/>
            <pc:sldMk cId="3791558631" sldId="304"/>
            <ac:spMk id="2" creationId="{FF2E9DFD-22A4-EBFE-2D5A-BDDFC040F58C}"/>
          </ac:spMkLst>
        </pc:spChg>
        <pc:spChg chg="add mod">
          <ac:chgData name="Restrepo,Felipe" userId="b75f12e2-536c-4746-b91a-77e5f7eb6e51" providerId="ADAL" clId="{6906C9F5-A252-4979-915D-DF3F6C4B4011}" dt="2025-11-21T20:00:01.430" v="17"/>
          <ac:spMkLst>
            <pc:docMk/>
            <pc:sldMk cId="3791558631" sldId="304"/>
            <ac:spMk id="3" creationId="{14505070-291D-28DA-1419-9D6A4B7318D4}"/>
          </ac:spMkLst>
        </pc:spChg>
      </pc:sldChg>
      <pc:sldChg chg="addSp modSp add">
        <pc:chgData name="Restrepo,Felipe" userId="b75f12e2-536c-4746-b91a-77e5f7eb6e51" providerId="ADAL" clId="{6906C9F5-A252-4979-915D-DF3F6C4B4011}" dt="2025-11-21T20:11:48.754" v="22"/>
        <pc:sldMkLst>
          <pc:docMk/>
          <pc:sldMk cId="2831665156" sldId="305"/>
        </pc:sldMkLst>
        <pc:spChg chg="add mod">
          <ac:chgData name="Restrepo,Felipe" userId="b75f12e2-536c-4746-b91a-77e5f7eb6e51" providerId="ADAL" clId="{6906C9F5-A252-4979-915D-DF3F6C4B4011}" dt="2025-11-21T20:11:48.754" v="22"/>
          <ac:spMkLst>
            <pc:docMk/>
            <pc:sldMk cId="2831665156" sldId="305"/>
            <ac:spMk id="4" creationId="{B1D60AE5-1AAA-EA9C-87A0-653FDC196D48}"/>
          </ac:spMkLst>
        </pc:spChg>
        <pc:spChg chg="add mod">
          <ac:chgData name="Restrepo,Felipe" userId="b75f12e2-536c-4746-b91a-77e5f7eb6e51" providerId="ADAL" clId="{6906C9F5-A252-4979-915D-DF3F6C4B4011}" dt="2025-11-21T20:11:48.754" v="22"/>
          <ac:spMkLst>
            <pc:docMk/>
            <pc:sldMk cId="2831665156" sldId="305"/>
            <ac:spMk id="5" creationId="{B969A845-20E6-BC66-E409-9603019467D2}"/>
          </ac:spMkLst>
        </pc:spChg>
      </pc:sldChg>
      <pc:sldChg chg="addSp modSp add">
        <pc:chgData name="Restrepo,Felipe" userId="b75f12e2-536c-4746-b91a-77e5f7eb6e51" providerId="ADAL" clId="{6906C9F5-A252-4979-915D-DF3F6C4B4011}" dt="2025-11-21T20:14:34.302" v="46"/>
        <pc:sldMkLst>
          <pc:docMk/>
          <pc:sldMk cId="1458922694" sldId="307"/>
        </pc:sldMkLst>
        <pc:spChg chg="add mod">
          <ac:chgData name="Restrepo,Felipe" userId="b75f12e2-536c-4746-b91a-77e5f7eb6e51" providerId="ADAL" clId="{6906C9F5-A252-4979-915D-DF3F6C4B4011}" dt="2025-11-21T20:14:34.302" v="46"/>
          <ac:spMkLst>
            <pc:docMk/>
            <pc:sldMk cId="1458922694" sldId="307"/>
            <ac:spMk id="2" creationId="{8E3DEEB2-4E17-BE22-63BD-ABD39565B82C}"/>
          </ac:spMkLst>
        </pc:spChg>
        <pc:spChg chg="add mod">
          <ac:chgData name="Restrepo,Felipe" userId="b75f12e2-536c-4746-b91a-77e5f7eb6e51" providerId="ADAL" clId="{6906C9F5-A252-4979-915D-DF3F6C4B4011}" dt="2025-11-21T20:14:34.302" v="46"/>
          <ac:spMkLst>
            <pc:docMk/>
            <pc:sldMk cId="1458922694" sldId="307"/>
            <ac:spMk id="3" creationId="{9E2E31EF-E293-51C5-A46B-E064A2807F2E}"/>
          </ac:spMkLst>
        </pc:spChg>
        <pc:spChg chg="add mod">
          <ac:chgData name="Restrepo,Felipe" userId="b75f12e2-536c-4746-b91a-77e5f7eb6e51" providerId="ADAL" clId="{6906C9F5-A252-4979-915D-DF3F6C4B4011}" dt="2025-11-21T20:14:34.302" v="46"/>
          <ac:spMkLst>
            <pc:docMk/>
            <pc:sldMk cId="1458922694" sldId="307"/>
            <ac:spMk id="5" creationId="{5FB18327-B3C1-E30C-A90E-A9868B476166}"/>
          </ac:spMkLst>
        </pc:spChg>
        <pc:picChg chg="add mod">
          <ac:chgData name="Restrepo,Felipe" userId="b75f12e2-536c-4746-b91a-77e5f7eb6e51" providerId="ADAL" clId="{6906C9F5-A252-4979-915D-DF3F6C4B4011}" dt="2025-11-21T20:14:34.302" v="46"/>
          <ac:picMkLst>
            <pc:docMk/>
            <pc:sldMk cId="1458922694" sldId="307"/>
            <ac:picMk id="4" creationId="{49732AB5-16E1-ADD6-3F2B-29EF35087554}"/>
          </ac:picMkLst>
        </pc:picChg>
      </pc:sldChg>
      <pc:sldChg chg="addSp delSp modSp add mod">
        <pc:chgData name="Restrepo,Felipe" userId="b75f12e2-536c-4746-b91a-77e5f7eb6e51" providerId="ADAL" clId="{6906C9F5-A252-4979-915D-DF3F6C4B4011}" dt="2025-11-21T21:10:12.395" v="1020" actId="20577"/>
        <pc:sldMkLst>
          <pc:docMk/>
          <pc:sldMk cId="968966259" sldId="308"/>
        </pc:sldMkLst>
        <pc:spChg chg="add">
          <ac:chgData name="Restrepo,Felipe" userId="b75f12e2-536c-4746-b91a-77e5f7eb6e51" providerId="ADAL" clId="{6906C9F5-A252-4979-915D-DF3F6C4B4011}" dt="2025-11-21T20:40:48.754" v="61"/>
          <ac:spMkLst>
            <pc:docMk/>
            <pc:sldMk cId="968966259" sldId="308"/>
            <ac:spMk id="5" creationId="{8CFD1E8C-9AD9-1AC7-9C7E-8AEE21EAB768}"/>
          </ac:spMkLst>
        </pc:spChg>
        <pc:spChg chg="add mod">
          <ac:chgData name="Restrepo,Felipe" userId="b75f12e2-536c-4746-b91a-77e5f7eb6e51" providerId="ADAL" clId="{6906C9F5-A252-4979-915D-DF3F6C4B4011}" dt="2025-11-21T20:40:54.441" v="62"/>
          <ac:spMkLst>
            <pc:docMk/>
            <pc:sldMk cId="968966259" sldId="308"/>
            <ac:spMk id="6" creationId="{F616D60B-ED78-CA65-30CE-AD758D34470C}"/>
          </ac:spMkLst>
        </pc:spChg>
        <pc:spChg chg="add mod">
          <ac:chgData name="Restrepo,Felipe" userId="b75f12e2-536c-4746-b91a-77e5f7eb6e51" providerId="ADAL" clId="{6906C9F5-A252-4979-915D-DF3F6C4B4011}" dt="2025-11-21T20:42:57.699" v="63"/>
          <ac:spMkLst>
            <pc:docMk/>
            <pc:sldMk cId="968966259" sldId="308"/>
            <ac:spMk id="7" creationId="{0515F0F8-F4B4-57CD-0BD6-09BEF676AEC5}"/>
          </ac:spMkLst>
        </pc:spChg>
        <pc:spChg chg="add mod">
          <ac:chgData name="Restrepo,Felipe" userId="b75f12e2-536c-4746-b91a-77e5f7eb6e51" providerId="ADAL" clId="{6906C9F5-A252-4979-915D-DF3F6C4B4011}" dt="2025-11-21T20:43:16.436" v="66"/>
          <ac:spMkLst>
            <pc:docMk/>
            <pc:sldMk cId="968966259" sldId="308"/>
            <ac:spMk id="8" creationId="{D71E7A78-AC0A-B62E-DEC2-955C4D60C6D4}"/>
          </ac:spMkLst>
        </pc:spChg>
        <pc:spChg chg="add mod">
          <ac:chgData name="Restrepo,Felipe" userId="b75f12e2-536c-4746-b91a-77e5f7eb6e51" providerId="ADAL" clId="{6906C9F5-A252-4979-915D-DF3F6C4B4011}" dt="2025-11-21T20:59:47.520" v="201"/>
          <ac:spMkLst>
            <pc:docMk/>
            <pc:sldMk cId="968966259" sldId="308"/>
            <ac:spMk id="9" creationId="{C2951275-5A7E-B714-25B8-ACF62A1D8A13}"/>
          </ac:spMkLst>
        </pc:spChg>
        <pc:spChg chg="add mod">
          <ac:chgData name="Restrepo,Felipe" userId="b75f12e2-536c-4746-b91a-77e5f7eb6e51" providerId="ADAL" clId="{6906C9F5-A252-4979-915D-DF3F6C4B4011}" dt="2025-11-21T21:02:34.099" v="346" actId="20577"/>
          <ac:spMkLst>
            <pc:docMk/>
            <pc:sldMk cId="968966259" sldId="308"/>
            <ac:spMk id="10" creationId="{D62FF205-BF24-3012-54F5-898DC729E0FA}"/>
          </ac:spMkLst>
        </pc:spChg>
        <pc:spChg chg="add mod">
          <ac:chgData name="Restrepo,Felipe" userId="b75f12e2-536c-4746-b91a-77e5f7eb6e51" providerId="ADAL" clId="{6906C9F5-A252-4979-915D-DF3F6C4B4011}" dt="2025-11-21T21:10:12.395" v="1020" actId="20577"/>
          <ac:spMkLst>
            <pc:docMk/>
            <pc:sldMk cId="968966259" sldId="308"/>
            <ac:spMk id="13" creationId="{80A70AD3-78A5-30B3-1768-17A8EC46CD4E}"/>
          </ac:spMkLst>
        </pc:spChg>
        <pc:picChg chg="add mod">
          <ac:chgData name="Restrepo,Felipe" userId="b75f12e2-536c-4746-b91a-77e5f7eb6e51" providerId="ADAL" clId="{6906C9F5-A252-4979-915D-DF3F6C4B4011}" dt="2025-11-21T21:07:47.768" v="629" actId="1076"/>
          <ac:picMkLst>
            <pc:docMk/>
            <pc:sldMk cId="968966259" sldId="308"/>
            <ac:picMk id="3" creationId="{B588EA38-0F5A-423E-27F1-8AB3D7F88723}"/>
          </ac:picMkLst>
        </pc:picChg>
        <pc:picChg chg="add mod">
          <ac:chgData name="Restrepo,Felipe" userId="b75f12e2-536c-4746-b91a-77e5f7eb6e51" providerId="ADAL" clId="{6906C9F5-A252-4979-915D-DF3F6C4B4011}" dt="2025-11-21T21:07:37.255" v="627" actId="1076"/>
          <ac:picMkLst>
            <pc:docMk/>
            <pc:sldMk cId="968966259" sldId="308"/>
            <ac:picMk id="12" creationId="{9ABE7D69-5472-0032-AA6A-029135B02E1C}"/>
          </ac:picMkLst>
        </pc:picChg>
      </pc:sldChg>
      <pc:sldChg chg="addSp modSp add">
        <pc:chgData name="Restrepo,Felipe" userId="b75f12e2-536c-4746-b91a-77e5f7eb6e51" providerId="ADAL" clId="{6906C9F5-A252-4979-915D-DF3F6C4B4011}" dt="2025-11-21T20:14:16.764" v="45"/>
        <pc:sldMkLst>
          <pc:docMk/>
          <pc:sldMk cId="768239311" sldId="309"/>
        </pc:sldMkLst>
        <pc:spChg chg="add mod">
          <ac:chgData name="Restrepo,Felipe" userId="b75f12e2-536c-4746-b91a-77e5f7eb6e51" providerId="ADAL" clId="{6906C9F5-A252-4979-915D-DF3F6C4B4011}" dt="2025-11-21T20:14:16.764" v="45"/>
          <ac:spMkLst>
            <pc:docMk/>
            <pc:sldMk cId="768239311" sldId="309"/>
            <ac:spMk id="2" creationId="{F5252374-3D0D-94F0-4959-16BFDA371C16}"/>
          </ac:spMkLst>
        </pc:spChg>
        <pc:spChg chg="add mod">
          <ac:chgData name="Restrepo,Felipe" userId="b75f12e2-536c-4746-b91a-77e5f7eb6e51" providerId="ADAL" clId="{6906C9F5-A252-4979-915D-DF3F6C4B4011}" dt="2025-11-21T20:14:16.764" v="45"/>
          <ac:spMkLst>
            <pc:docMk/>
            <pc:sldMk cId="768239311" sldId="309"/>
            <ac:spMk id="3" creationId="{B31DBF1D-9CE1-BD77-E7F0-ACE7FBA59419}"/>
          </ac:spMkLst>
        </pc:spChg>
      </pc:sldChg>
      <pc:sldChg chg="addSp modSp new">
        <pc:chgData name="Restrepo,Felipe" userId="b75f12e2-536c-4746-b91a-77e5f7eb6e51" providerId="ADAL" clId="{6906C9F5-A252-4979-915D-DF3F6C4B4011}" dt="2025-11-21T20:12:23.338" v="32"/>
        <pc:sldMkLst>
          <pc:docMk/>
          <pc:sldMk cId="2273246397" sldId="310"/>
        </pc:sldMkLst>
        <pc:spChg chg="add mod">
          <ac:chgData name="Restrepo,Felipe" userId="b75f12e2-536c-4746-b91a-77e5f7eb6e51" providerId="ADAL" clId="{6906C9F5-A252-4979-915D-DF3F6C4B4011}" dt="2025-11-21T20:12:23.338" v="32"/>
          <ac:spMkLst>
            <pc:docMk/>
            <pc:sldMk cId="2273246397" sldId="310"/>
            <ac:spMk id="2" creationId="{82890487-7CF6-F735-12B1-F74D1B40D938}"/>
          </ac:spMkLst>
        </pc:spChg>
        <pc:picChg chg="add mod">
          <ac:chgData name="Restrepo,Felipe" userId="b75f12e2-536c-4746-b91a-77e5f7eb6e51" providerId="ADAL" clId="{6906C9F5-A252-4979-915D-DF3F6C4B4011}" dt="2025-11-21T20:12:23.338" v="32"/>
          <ac:picMkLst>
            <pc:docMk/>
            <pc:sldMk cId="2273246397" sldId="310"/>
            <ac:picMk id="3" creationId="{31B8A407-BC0A-A81D-6252-5FDB25A87021}"/>
          </ac:picMkLst>
        </pc:picChg>
      </pc:sldChg>
      <pc:sldChg chg="addSp modSp new mod">
        <pc:chgData name="Restrepo,Felipe" userId="b75f12e2-536c-4746-b91a-77e5f7eb6e51" providerId="ADAL" clId="{6906C9F5-A252-4979-915D-DF3F6C4B4011}" dt="2025-11-30T17:30:42.604" v="1329" actId="20577"/>
        <pc:sldMkLst>
          <pc:docMk/>
          <pc:sldMk cId="1919881171" sldId="311"/>
        </pc:sldMkLst>
        <pc:spChg chg="add mod">
          <ac:chgData name="Restrepo,Felipe" userId="b75f12e2-536c-4746-b91a-77e5f7eb6e51" providerId="ADAL" clId="{6906C9F5-A252-4979-915D-DF3F6C4B4011}" dt="2025-11-30T17:30:28.892" v="1322" actId="20577"/>
          <ac:spMkLst>
            <pc:docMk/>
            <pc:sldMk cId="1919881171" sldId="311"/>
            <ac:spMk id="2" creationId="{8A985C02-4399-0A32-1353-91BA7FFF86E3}"/>
          </ac:spMkLst>
        </pc:spChg>
        <pc:spChg chg="add mod">
          <ac:chgData name="Restrepo,Felipe" userId="b75f12e2-536c-4746-b91a-77e5f7eb6e51" providerId="ADAL" clId="{6906C9F5-A252-4979-915D-DF3F6C4B4011}" dt="2025-11-30T17:30:42.604" v="1329" actId="20577"/>
          <ac:spMkLst>
            <pc:docMk/>
            <pc:sldMk cId="1919881171" sldId="311"/>
            <ac:spMk id="4" creationId="{87BCB035-CF1A-86F5-A92B-0F0F66C5683B}"/>
          </ac:spMkLst>
        </pc:spChg>
        <pc:picChg chg="add mod">
          <ac:chgData name="Restrepo,Felipe" userId="b75f12e2-536c-4746-b91a-77e5f7eb6e51" providerId="ADAL" clId="{6906C9F5-A252-4979-915D-DF3F6C4B4011}" dt="2025-11-21T20:12:30.316" v="33"/>
          <ac:picMkLst>
            <pc:docMk/>
            <pc:sldMk cId="1919881171" sldId="311"/>
            <ac:picMk id="3" creationId="{D1959D55-7178-A03D-1C79-47F7A4644C07}"/>
          </ac:picMkLst>
        </pc:picChg>
      </pc:sldChg>
      <pc:sldChg chg="addSp modSp new ord">
        <pc:chgData name="Restrepo,Felipe" userId="b75f12e2-536c-4746-b91a-77e5f7eb6e51" providerId="ADAL" clId="{6906C9F5-A252-4979-915D-DF3F6C4B4011}" dt="2025-11-30T17:30:49.770" v="1331"/>
        <pc:sldMkLst>
          <pc:docMk/>
          <pc:sldMk cId="1086848101" sldId="312"/>
        </pc:sldMkLst>
        <pc:spChg chg="add mod">
          <ac:chgData name="Restrepo,Felipe" userId="b75f12e2-536c-4746-b91a-77e5f7eb6e51" providerId="ADAL" clId="{6906C9F5-A252-4979-915D-DF3F6C4B4011}" dt="2025-11-21T20:12:39.693" v="34"/>
          <ac:spMkLst>
            <pc:docMk/>
            <pc:sldMk cId="1086848101" sldId="312"/>
            <ac:spMk id="2" creationId="{51EF7EB5-5ADF-D8BF-925F-992BDE15C8B6}"/>
          </ac:spMkLst>
        </pc:spChg>
        <pc:spChg chg="add mod">
          <ac:chgData name="Restrepo,Felipe" userId="b75f12e2-536c-4746-b91a-77e5f7eb6e51" providerId="ADAL" clId="{6906C9F5-A252-4979-915D-DF3F6C4B4011}" dt="2025-11-21T20:12:39.693" v="34"/>
          <ac:spMkLst>
            <pc:docMk/>
            <pc:sldMk cId="1086848101" sldId="312"/>
            <ac:spMk id="3" creationId="{55283032-CB30-EDC0-7329-14BBF7381E06}"/>
          </ac:spMkLst>
        </pc:spChg>
        <pc:spChg chg="add mod">
          <ac:chgData name="Restrepo,Felipe" userId="b75f12e2-536c-4746-b91a-77e5f7eb6e51" providerId="ADAL" clId="{6906C9F5-A252-4979-915D-DF3F6C4B4011}" dt="2025-11-21T20:12:39.693" v="34"/>
          <ac:spMkLst>
            <pc:docMk/>
            <pc:sldMk cId="1086848101" sldId="312"/>
            <ac:spMk id="5" creationId="{A455A1EB-0438-222C-D797-BCEEEFFAD706}"/>
          </ac:spMkLst>
        </pc:spChg>
        <pc:picChg chg="add mod">
          <ac:chgData name="Restrepo,Felipe" userId="b75f12e2-536c-4746-b91a-77e5f7eb6e51" providerId="ADAL" clId="{6906C9F5-A252-4979-915D-DF3F6C4B4011}" dt="2025-11-21T20:12:39.693" v="34"/>
          <ac:picMkLst>
            <pc:docMk/>
            <pc:sldMk cId="1086848101" sldId="312"/>
            <ac:picMk id="4" creationId="{E51B1367-B70C-0063-7B54-72776D44B804}"/>
          </ac:picMkLst>
        </pc:picChg>
      </pc:sldChg>
      <pc:sldChg chg="addSp modSp new">
        <pc:chgData name="Restrepo,Felipe" userId="b75f12e2-536c-4746-b91a-77e5f7eb6e51" providerId="ADAL" clId="{6906C9F5-A252-4979-915D-DF3F6C4B4011}" dt="2025-11-21T20:14:10.173" v="44"/>
        <pc:sldMkLst>
          <pc:docMk/>
          <pc:sldMk cId="588616543" sldId="313"/>
        </pc:sldMkLst>
        <pc:spChg chg="add mod">
          <ac:chgData name="Restrepo,Felipe" userId="b75f12e2-536c-4746-b91a-77e5f7eb6e51" providerId="ADAL" clId="{6906C9F5-A252-4979-915D-DF3F6C4B4011}" dt="2025-11-21T20:14:10.173" v="44"/>
          <ac:spMkLst>
            <pc:docMk/>
            <pc:sldMk cId="588616543" sldId="313"/>
            <ac:spMk id="2" creationId="{3B9482FA-9635-9BB1-700C-314CD430AD7C}"/>
          </ac:spMkLst>
        </pc:spChg>
        <pc:spChg chg="add mod">
          <ac:chgData name="Restrepo,Felipe" userId="b75f12e2-536c-4746-b91a-77e5f7eb6e51" providerId="ADAL" clId="{6906C9F5-A252-4979-915D-DF3F6C4B4011}" dt="2025-11-21T20:14:10.173" v="44"/>
          <ac:spMkLst>
            <pc:docMk/>
            <pc:sldMk cId="588616543" sldId="313"/>
            <ac:spMk id="3" creationId="{32E9113A-D702-18A3-DB5C-5964EC20E542}"/>
          </ac:spMkLst>
        </pc:spChg>
      </pc:sldChg>
      <pc:sldChg chg="addSp modSp new">
        <pc:chgData name="Restrepo,Felipe" userId="b75f12e2-536c-4746-b91a-77e5f7eb6e51" providerId="ADAL" clId="{6906C9F5-A252-4979-915D-DF3F6C4B4011}" dt="2025-11-21T20:14:45.675" v="49"/>
        <pc:sldMkLst>
          <pc:docMk/>
          <pc:sldMk cId="1199940311" sldId="314"/>
        </pc:sldMkLst>
        <pc:spChg chg="add mod">
          <ac:chgData name="Restrepo,Felipe" userId="b75f12e2-536c-4746-b91a-77e5f7eb6e51" providerId="ADAL" clId="{6906C9F5-A252-4979-915D-DF3F6C4B4011}" dt="2025-11-21T20:14:45.675" v="49"/>
          <ac:spMkLst>
            <pc:docMk/>
            <pc:sldMk cId="1199940311" sldId="314"/>
            <ac:spMk id="2" creationId="{F8700628-22D9-AFCC-C8A8-940F18AFE9CA}"/>
          </ac:spMkLst>
        </pc:spChg>
        <pc:spChg chg="add mod">
          <ac:chgData name="Restrepo,Felipe" userId="b75f12e2-536c-4746-b91a-77e5f7eb6e51" providerId="ADAL" clId="{6906C9F5-A252-4979-915D-DF3F6C4B4011}" dt="2025-11-21T20:14:45.675" v="49"/>
          <ac:spMkLst>
            <pc:docMk/>
            <pc:sldMk cId="1199940311" sldId="314"/>
            <ac:spMk id="3" creationId="{EA325F0C-3FB6-FC4B-47DC-4BAF874A8E47}"/>
          </ac:spMkLst>
        </pc:spChg>
      </pc:sldChg>
      <pc:sldChg chg="addSp modSp new">
        <pc:chgData name="Restrepo,Felipe" userId="b75f12e2-536c-4746-b91a-77e5f7eb6e51" providerId="ADAL" clId="{6906C9F5-A252-4979-915D-DF3F6C4B4011}" dt="2025-11-21T20:14:53.165" v="50"/>
        <pc:sldMkLst>
          <pc:docMk/>
          <pc:sldMk cId="4138522270" sldId="315"/>
        </pc:sldMkLst>
        <pc:spChg chg="add mod">
          <ac:chgData name="Restrepo,Felipe" userId="b75f12e2-536c-4746-b91a-77e5f7eb6e51" providerId="ADAL" clId="{6906C9F5-A252-4979-915D-DF3F6C4B4011}" dt="2025-11-21T20:14:53.165" v="50"/>
          <ac:spMkLst>
            <pc:docMk/>
            <pc:sldMk cId="4138522270" sldId="315"/>
            <ac:spMk id="2" creationId="{360489D3-FA11-EBD1-1FDC-65622B3FE989}"/>
          </ac:spMkLst>
        </pc:spChg>
        <pc:spChg chg="add mod">
          <ac:chgData name="Restrepo,Felipe" userId="b75f12e2-536c-4746-b91a-77e5f7eb6e51" providerId="ADAL" clId="{6906C9F5-A252-4979-915D-DF3F6C4B4011}" dt="2025-11-21T20:14:53.165" v="50"/>
          <ac:spMkLst>
            <pc:docMk/>
            <pc:sldMk cId="4138522270" sldId="315"/>
            <ac:spMk id="3" creationId="{1A1DFB42-D5C7-396E-54A0-1C45DFAC2D1E}"/>
          </ac:spMkLst>
        </pc:spChg>
      </pc:sldChg>
      <pc:sldChg chg="new">
        <pc:chgData name="Restrepo,Felipe" userId="b75f12e2-536c-4746-b91a-77e5f7eb6e51" providerId="ADAL" clId="{6906C9F5-A252-4979-915D-DF3F6C4B4011}" dt="2025-11-21T20:14:55.580" v="51" actId="680"/>
        <pc:sldMkLst>
          <pc:docMk/>
          <pc:sldMk cId="3881429954" sldId="316"/>
        </pc:sldMkLst>
      </pc:sldChg>
      <pc:sldChg chg="addSp modSp new">
        <pc:chgData name="Restrepo,Felipe" userId="b75f12e2-536c-4746-b91a-77e5f7eb6e51" providerId="ADAL" clId="{6906C9F5-A252-4979-915D-DF3F6C4B4011}" dt="2025-11-21T20:30:44.209" v="56"/>
        <pc:sldMkLst>
          <pc:docMk/>
          <pc:sldMk cId="1359036764" sldId="317"/>
        </pc:sldMkLst>
      </pc:sldChg>
      <pc:sldChg chg="addSp delSp modSp add mod">
        <pc:chgData name="Restrepo,Felipe" userId="b75f12e2-536c-4746-b91a-77e5f7eb6e51" providerId="ADAL" clId="{6906C9F5-A252-4979-915D-DF3F6C4B4011}" dt="2025-11-21T21:11:06.483" v="1023"/>
        <pc:sldMkLst>
          <pc:docMk/>
          <pc:sldMk cId="1406241547" sldId="318"/>
        </pc:sldMkLst>
        <pc:spChg chg="add mod">
          <ac:chgData name="Restrepo,Felipe" userId="b75f12e2-536c-4746-b91a-77e5f7eb6e51" providerId="ADAL" clId="{6906C9F5-A252-4979-915D-DF3F6C4B4011}" dt="2025-11-21T21:11:06.483" v="1023"/>
          <ac:spMkLst>
            <pc:docMk/>
            <pc:sldMk cId="1406241547" sldId="318"/>
            <ac:spMk id="5" creationId="{7AB4065E-6EDE-0A26-B7FF-5EC725280554}"/>
          </ac:spMkLst>
        </pc:spChg>
      </pc:sldChg>
      <pc:sldChg chg="addSp delSp modSp add mod ord">
        <pc:chgData name="Restrepo,Felipe" userId="b75f12e2-536c-4746-b91a-77e5f7eb6e51" providerId="ADAL" clId="{6906C9F5-A252-4979-915D-DF3F6C4B4011}" dt="2025-11-21T21:06:35.039" v="619" actId="948"/>
        <pc:sldMkLst>
          <pc:docMk/>
          <pc:sldMk cId="920323739" sldId="320"/>
        </pc:sldMkLst>
        <pc:spChg chg="mod">
          <ac:chgData name="Restrepo,Felipe" userId="b75f12e2-536c-4746-b91a-77e5f7eb6e51" providerId="ADAL" clId="{6906C9F5-A252-4979-915D-DF3F6C4B4011}" dt="2025-11-21T20:57:52.966" v="111" actId="27636"/>
          <ac:spMkLst>
            <pc:docMk/>
            <pc:sldMk cId="920323739" sldId="320"/>
            <ac:spMk id="2" creationId="{3E114C0B-05AF-E6B4-C6F9-73A28D0C4BF7}"/>
          </ac:spMkLst>
        </pc:spChg>
        <pc:spChg chg="add mod">
          <ac:chgData name="Restrepo,Felipe" userId="b75f12e2-536c-4746-b91a-77e5f7eb6e51" providerId="ADAL" clId="{6906C9F5-A252-4979-915D-DF3F6C4B4011}" dt="2025-11-21T21:01:35.278" v="309" actId="20577"/>
          <ac:spMkLst>
            <pc:docMk/>
            <pc:sldMk cId="920323739" sldId="320"/>
            <ac:spMk id="4" creationId="{181B6011-1D44-4DAA-EAB1-356F67F760B8}"/>
          </ac:spMkLst>
        </pc:spChg>
        <pc:spChg chg="add mod">
          <ac:chgData name="Restrepo,Felipe" userId="b75f12e2-536c-4746-b91a-77e5f7eb6e51" providerId="ADAL" clId="{6906C9F5-A252-4979-915D-DF3F6C4B4011}" dt="2025-11-21T21:06:35.039" v="619" actId="948"/>
          <ac:spMkLst>
            <pc:docMk/>
            <pc:sldMk cId="920323739" sldId="320"/>
            <ac:spMk id="9" creationId="{7CA7F7D7-579B-C3C0-4B8F-5CF65003442A}"/>
          </ac:spMkLst>
        </pc:spChg>
        <pc:picChg chg="mod">
          <ac:chgData name="Restrepo,Felipe" userId="b75f12e2-536c-4746-b91a-77e5f7eb6e51" providerId="ADAL" clId="{6906C9F5-A252-4979-915D-DF3F6C4B4011}" dt="2025-11-21T21:05:30.469" v="610" actId="1076"/>
          <ac:picMkLst>
            <pc:docMk/>
            <pc:sldMk cId="920323739" sldId="320"/>
            <ac:picMk id="1028" creationId="{BFE0C722-D30F-BDBA-D1F9-1BB0FC71626A}"/>
          </ac:picMkLst>
        </pc:picChg>
      </pc:sldChg>
      <pc:sldChg chg="modSp add mod ord">
        <pc:chgData name="Restrepo,Felipe" userId="b75f12e2-536c-4746-b91a-77e5f7eb6e51" providerId="ADAL" clId="{6906C9F5-A252-4979-915D-DF3F6C4B4011}" dt="2025-11-30T17:29:31.549" v="1268" actId="20577"/>
        <pc:sldMkLst>
          <pc:docMk/>
          <pc:sldMk cId="2754304993" sldId="321"/>
        </pc:sldMkLst>
        <pc:spChg chg="mod">
          <ac:chgData name="Restrepo,Felipe" userId="b75f12e2-536c-4746-b91a-77e5f7eb6e51" providerId="ADAL" clId="{6906C9F5-A252-4979-915D-DF3F6C4B4011}" dt="2025-11-30T17:29:31.549" v="1268" actId="20577"/>
          <ac:spMkLst>
            <pc:docMk/>
            <pc:sldMk cId="2754304993" sldId="321"/>
            <ac:spMk id="4" creationId="{E6EB910C-A6BF-E59A-53DF-5B5BB03905AA}"/>
          </ac:spMkLst>
        </pc:spChg>
      </pc:sldChg>
      <pc:sldChg chg="modSp add mod ord">
        <pc:chgData name="Restrepo,Felipe" userId="b75f12e2-536c-4746-b91a-77e5f7eb6e51" providerId="ADAL" clId="{6906C9F5-A252-4979-915D-DF3F6C4B4011}" dt="2025-11-30T17:30:21.017" v="1296" actId="21"/>
        <pc:sldMkLst>
          <pc:docMk/>
          <pc:sldMk cId="486304578" sldId="322"/>
        </pc:sldMkLst>
        <pc:spChg chg="mod">
          <ac:chgData name="Restrepo,Felipe" userId="b75f12e2-536c-4746-b91a-77e5f7eb6e51" providerId="ADAL" clId="{6906C9F5-A252-4979-915D-DF3F6C4B4011}" dt="2025-11-30T17:29:59.716" v="1293" actId="20577"/>
          <ac:spMkLst>
            <pc:docMk/>
            <pc:sldMk cId="486304578" sldId="322"/>
            <ac:spMk id="2" creationId="{B8AEE0E5-9CD0-3800-3414-EB10700B284C}"/>
          </ac:spMkLst>
        </pc:spChg>
        <pc:spChg chg="mod">
          <ac:chgData name="Restrepo,Felipe" userId="b75f12e2-536c-4746-b91a-77e5f7eb6e51" providerId="ADAL" clId="{6906C9F5-A252-4979-915D-DF3F6C4B4011}" dt="2025-11-30T17:30:21.017" v="1296" actId="21"/>
          <ac:spMkLst>
            <pc:docMk/>
            <pc:sldMk cId="486304578" sldId="322"/>
            <ac:spMk id="4" creationId="{B68BA0B5-EE1A-496B-031A-C22E59F747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AD95E1-DAB6-4091-8EAD-397CF8A64E80}" type="datetimeFigureOut">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76486-9CA9-4B07-91B7-E958CDC0541D}" type="slidenum">
              <a:t>‹#›</a:t>
            </a:fld>
            <a:endParaRPr lang="en-US"/>
          </a:p>
        </p:txBody>
      </p:sp>
    </p:spTree>
    <p:extLst>
      <p:ext uri="{BB962C8B-B14F-4D97-AF65-F5344CB8AC3E}">
        <p14:creationId xmlns:p14="http://schemas.microsoft.com/office/powerpoint/2010/main" val="3135847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EF84D-C793-39EC-61D6-3083409CD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DA7D1-C5DB-B430-40B9-9F24DE8A7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D6A81-6187-71D5-9746-D6930CAE94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8F7720-BEFF-6BF6-5A06-2A3D76E9E627}"/>
              </a:ext>
            </a:extLst>
          </p:cNvPr>
          <p:cNvSpPr>
            <a:spLocks noGrp="1"/>
          </p:cNvSpPr>
          <p:nvPr>
            <p:ph type="sldNum" sz="quarter" idx="5"/>
          </p:nvPr>
        </p:nvSpPr>
        <p:spPr/>
        <p:txBody>
          <a:bodyPr/>
          <a:lstStyle/>
          <a:p>
            <a:fld id="{F1B76486-9CA9-4B07-91B7-E958CDC0541D}" type="slidenum">
              <a:rPr lang="en-US" smtClean="0"/>
              <a:t>5</a:t>
            </a:fld>
            <a:endParaRPr lang="en-US"/>
          </a:p>
        </p:txBody>
      </p:sp>
    </p:spTree>
    <p:extLst>
      <p:ext uri="{BB962C8B-B14F-4D97-AF65-F5344CB8AC3E}">
        <p14:creationId xmlns:p14="http://schemas.microsoft.com/office/powerpoint/2010/main" val="3770279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B76486-9CA9-4B07-91B7-E958CDC0541D}" type="slidenum">
              <a:rPr lang="en-US" smtClean="0"/>
              <a:t>6</a:t>
            </a:fld>
            <a:endParaRPr lang="en-US"/>
          </a:p>
        </p:txBody>
      </p:sp>
    </p:spTree>
    <p:extLst>
      <p:ext uri="{BB962C8B-B14F-4D97-AF65-F5344CB8AC3E}">
        <p14:creationId xmlns:p14="http://schemas.microsoft.com/office/powerpoint/2010/main" val="228974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0C2DE-4347-3279-F3FC-9E013865C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AB11D-07CD-D9E8-3016-05BDD5A74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E80A6-974E-1654-43EE-957293700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4AE3D-103B-C92E-7335-43709914291A}"/>
              </a:ext>
            </a:extLst>
          </p:cNvPr>
          <p:cNvSpPr>
            <a:spLocks noGrp="1"/>
          </p:cNvSpPr>
          <p:nvPr>
            <p:ph type="sldNum" sz="quarter" idx="5"/>
          </p:nvPr>
        </p:nvSpPr>
        <p:spPr/>
        <p:txBody>
          <a:bodyPr/>
          <a:lstStyle/>
          <a:p>
            <a:fld id="{F1B76486-9CA9-4B07-91B7-E958CDC0541D}" type="slidenum">
              <a:rPr lang="en-US" smtClean="0"/>
              <a:t>7</a:t>
            </a:fld>
            <a:endParaRPr lang="en-US"/>
          </a:p>
        </p:txBody>
      </p:sp>
    </p:spTree>
    <p:extLst>
      <p:ext uri="{BB962C8B-B14F-4D97-AF65-F5344CB8AC3E}">
        <p14:creationId xmlns:p14="http://schemas.microsoft.com/office/powerpoint/2010/main" val="2476767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11/30/2025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71586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11/30/2025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49170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11/30/2025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78160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11/30/2025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28696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11/30/2025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278861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11/30/2025</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836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921D9284-D300-4297-87F7-E791DCC15DB1}" type="datetimeFigureOut">
              <a:rPr lang="en-US" dirty="0"/>
              <a:t>11/30/2025</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829969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11/30/2025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65375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11/30/2025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922672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11/30/2025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258752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11/30/2025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889824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Eigth level</a:t>
            </a:r>
          </a:p>
          <a:p>
            <a:pPr lvl="8"/>
            <a:r>
              <a:rPr lang="en-US"/>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11/30/2025</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16843110"/>
      </p:ext>
    </p:extLst>
  </p:cSld>
  <p:clrMap bg1="dk1" tx1="lt1" bg2="dk2" tx2="lt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media.istockphoto.com/id/1180286278/vector/geothermal-power-station.jpg?s=612x612&amp;w=0&amp;k=20&amp;c=_FvmvGKiInM4bZ5e5n_d99Hs1mC_K5hiQf5S-6vr_tc="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hyperlink" Target="https://www.trentonsystems.com/hubfs/rack_server_sliding_out.jpg"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hyperlink" Target="https://www.tateinc.com/content/tate/us/en/knowledge-articles/What-is-Liquid-Cooling-A-Guide-to-the-Future-of-Data-Centre-Cooling1/_jcr_content/root/responsivegrid/image.coreimg.png/1744804176499/tate-konnect-direct-to-chip-knowledge-article-en-eu-v1.png" TargetMode="Externa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FelipeRestrepo101/HomeEnergySources" TargetMode="External"/><Relationship Id="rId2" Type="http://schemas.openxmlformats.org/officeDocument/2006/relationships/hyperlink" Target="https://feliperestrepo101.shinyapps.io/shinyproject/"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eia.gov/opendata/browser/" TargetMode="External"/><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7.xml"/><Relationship Id="rId6" Type="http://schemas.openxmlformats.org/officeDocument/2006/relationships/hyperlink" Target="https://catalog.data.gov/dataset/u-s-electric-utility-companies-and-rates-look-up-by-zipcode-2023" TargetMode="External"/><Relationship Id="rId5" Type="http://schemas.openxmlformats.org/officeDocument/2006/relationships/hyperlink" Target="https://www.eia.gov/consumption/residential/data/2020/state/pdf/ce5.3.st.pdf" TargetMode="External"/><Relationship Id="rId4" Type="http://schemas.openxmlformats.org/officeDocument/2006/relationships/hyperlink" Target="https://www.eia.gov/consumption/residential/data/2020/index.php?view=state#c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58191409-041C-9A9F-3D67-DD08939AB43A}"/>
              </a:ext>
            </a:extLst>
          </p:cNvPr>
          <p:cNvSpPr txBox="1"/>
          <p:nvPr/>
        </p:nvSpPr>
        <p:spPr>
          <a:xfrm>
            <a:off x="1769370" y="1462486"/>
            <a:ext cx="9295444" cy="4528457"/>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500" dirty="0">
                <a:solidFill>
                  <a:schemeClr val="tx2"/>
                </a:solidFill>
                <a:latin typeface="+mj-lt"/>
                <a:ea typeface="+mj-ea"/>
                <a:cs typeface="Arial"/>
              </a:rPr>
              <a:t>Responsible AI </a:t>
            </a:r>
            <a:br>
              <a:rPr lang="en-US" sz="4500" b="0" i="0" kern="1200" dirty="0">
                <a:latin typeface="+mj-lt"/>
                <a:ea typeface="+mj-ea"/>
                <a:cs typeface="+mj-cs"/>
              </a:rPr>
            </a:br>
            <a:br>
              <a:rPr lang="en-US" sz="4500" b="0" i="0" kern="1200" dirty="0">
                <a:latin typeface="+mj-lt"/>
                <a:ea typeface="+mj-ea"/>
                <a:cs typeface="+mj-cs"/>
              </a:rPr>
            </a:br>
            <a:r>
              <a:rPr lang="en-US" sz="4500" b="0" i="0" kern="1200" dirty="0">
                <a:solidFill>
                  <a:schemeClr val="tx2"/>
                </a:solidFill>
                <a:latin typeface="+mj-lt"/>
                <a:ea typeface="+mj-ea"/>
                <a:cs typeface="+mj-cs"/>
              </a:rPr>
              <a:t>Course: </a:t>
            </a:r>
            <a:r>
              <a:rPr lang="en-US" sz="4500" dirty="0">
                <a:solidFill>
                  <a:schemeClr val="tx2"/>
                </a:solidFill>
                <a:latin typeface="+mj-lt"/>
                <a:ea typeface="+mj-ea"/>
                <a:cs typeface="+mj-cs"/>
              </a:rPr>
              <a:t>Emerging Trends in IT</a:t>
            </a:r>
            <a:br>
              <a:rPr lang="en-US" sz="4500" b="0" i="0" kern="1200" dirty="0">
                <a:latin typeface="+mj-lt"/>
                <a:ea typeface="+mj-ea"/>
                <a:cs typeface="+mj-cs"/>
              </a:rPr>
            </a:br>
            <a:r>
              <a:rPr lang="en-US" sz="4500" b="0" i="0" kern="1200" dirty="0">
                <a:solidFill>
                  <a:schemeClr val="tx2"/>
                </a:solidFill>
                <a:latin typeface="+mj-lt"/>
                <a:ea typeface="+mj-ea"/>
                <a:cs typeface="+mj-cs"/>
              </a:rPr>
              <a:t>Advisor: </a:t>
            </a:r>
            <a:r>
              <a:rPr lang="en-US" sz="4500" dirty="0">
                <a:solidFill>
                  <a:schemeClr val="tx2"/>
                </a:solidFill>
                <a:latin typeface="+mj-lt"/>
                <a:ea typeface="+mj-ea"/>
                <a:cs typeface="+mj-cs"/>
              </a:rPr>
              <a:t>Brad Olsen</a:t>
            </a:r>
            <a:br>
              <a:rPr lang="en-US" sz="4500" b="0" i="0" kern="1200" dirty="0">
                <a:latin typeface="+mj-lt"/>
                <a:ea typeface="+mj-ea"/>
                <a:cs typeface="+mj-cs"/>
              </a:rPr>
            </a:br>
            <a:r>
              <a:rPr lang="en-US" sz="4500" b="0" i="0" kern="1200" dirty="0">
                <a:solidFill>
                  <a:schemeClr val="tx2"/>
                </a:solidFill>
                <a:latin typeface="+mj-lt"/>
                <a:ea typeface="+mj-ea"/>
                <a:cs typeface="+mj-cs"/>
              </a:rPr>
              <a:t>Date: </a:t>
            </a:r>
            <a:r>
              <a:rPr lang="en-US" sz="4500" dirty="0">
                <a:solidFill>
                  <a:schemeClr val="tx2"/>
                </a:solidFill>
                <a:latin typeface="+mj-lt"/>
                <a:ea typeface="+mj-ea"/>
                <a:cs typeface="+mj-cs"/>
              </a:rPr>
              <a:t>10/28/2025</a:t>
            </a:r>
            <a:endParaRPr lang="en-US" sz="4500" b="0" i="0" kern="1200" dirty="0">
              <a:solidFill>
                <a:schemeClr val="tx2"/>
              </a:solidFill>
              <a:latin typeface="+mj-lt"/>
              <a:ea typeface="+mj-ea"/>
              <a:cs typeface="+mj-cs"/>
            </a:endParaRPr>
          </a:p>
        </p:txBody>
      </p:sp>
    </p:spTree>
    <p:extLst>
      <p:ext uri="{BB962C8B-B14F-4D97-AF65-F5344CB8AC3E}">
        <p14:creationId xmlns:p14="http://schemas.microsoft.com/office/powerpoint/2010/main" val="296396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D6DC-5014-4987-B862-4C89FC88E972}"/>
              </a:ext>
            </a:extLst>
          </p:cNvPr>
          <p:cNvSpPr txBox="1">
            <a:spLocks/>
          </p:cNvSpPr>
          <p:nvPr/>
        </p:nvSpPr>
        <p:spPr>
          <a:xfrm>
            <a:off x="1518412" y="1201723"/>
            <a:ext cx="2812177" cy="4454554"/>
          </a:xfrm>
          <a:prstGeom prst="rect">
            <a:avLst/>
          </a:prstGeom>
        </p:spPr>
        <p:txBody>
          <a:bodyPr anchor="ctr">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r>
              <a:rPr lang="en-US" sz="3200" dirty="0">
                <a:sym typeface="DM Sans Medium"/>
              </a:rPr>
              <a:t>Project Statement</a:t>
            </a:r>
            <a:endParaRPr lang="en-US" sz="3200" dirty="0">
              <a:cs typeface="Arial"/>
            </a:endParaRPr>
          </a:p>
        </p:txBody>
      </p:sp>
      <p:sp>
        <p:nvSpPr>
          <p:cNvPr id="3" name="Content Placeholder 2">
            <a:extLst>
              <a:ext uri="{FF2B5EF4-FFF2-40B4-BE49-F238E27FC236}">
                <a16:creationId xmlns:a16="http://schemas.microsoft.com/office/drawing/2014/main" id="{12CBC0AB-1F10-91A3-717C-C91AE9F0A6B7}"/>
              </a:ext>
            </a:extLst>
          </p:cNvPr>
          <p:cNvSpPr txBox="1">
            <a:spLocks/>
          </p:cNvSpPr>
          <p:nvPr/>
        </p:nvSpPr>
        <p:spPr>
          <a:xfrm>
            <a:off x="4975045" y="1201723"/>
            <a:ext cx="5595093" cy="4454554"/>
          </a:xfrm>
          <a:prstGeom prst="rect">
            <a:avLst/>
          </a:prstGeom>
        </p:spPr>
        <p:txBody>
          <a:bodyPr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344170" indent="-337820"/>
            <a:r>
              <a:rPr lang="en-US" sz="1800" dirty="0">
                <a:cs typeface="Arial" panose="020B0604020202020204"/>
              </a:rPr>
              <a:t>Project showcases evidence of the consequences of AI, and solutions.</a:t>
            </a:r>
          </a:p>
          <a:p>
            <a:pPr marL="344170" indent="-337820"/>
            <a:endParaRPr lang="en-US" sz="1800" dirty="0">
              <a:cs typeface="Arial" panose="020B0604020202020204"/>
            </a:endParaRPr>
          </a:p>
        </p:txBody>
      </p:sp>
    </p:spTree>
    <p:extLst>
      <p:ext uri="{BB962C8B-B14F-4D97-AF65-F5344CB8AC3E}">
        <p14:creationId xmlns:p14="http://schemas.microsoft.com/office/powerpoint/2010/main" val="1250256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DA8F9-AE08-E1A9-B341-8C40BC276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E9DFD-22A4-EBFE-2D5A-BDDFC040F58C}"/>
              </a:ext>
            </a:extLst>
          </p:cNvPr>
          <p:cNvSpPr txBox="1">
            <a:spLocks/>
          </p:cNvSpPr>
          <p:nvPr/>
        </p:nvSpPr>
        <p:spPr>
          <a:xfrm>
            <a:off x="1518412" y="1201723"/>
            <a:ext cx="2812177" cy="4454554"/>
          </a:xfrm>
          <a:prstGeom prst="rect">
            <a:avLst/>
          </a:prstGeom>
        </p:spPr>
        <p:txBody>
          <a:bodyPr anchor="ctr">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r>
              <a:rPr lang="en-US" sz="3200">
                <a:sym typeface="DM Sans Medium"/>
              </a:rPr>
              <a:t>Purpose</a:t>
            </a:r>
            <a:endParaRPr lang="en-US" sz="3200"/>
          </a:p>
        </p:txBody>
      </p:sp>
      <p:sp>
        <p:nvSpPr>
          <p:cNvPr id="3" name="Content Placeholder 2">
            <a:extLst>
              <a:ext uri="{FF2B5EF4-FFF2-40B4-BE49-F238E27FC236}">
                <a16:creationId xmlns:a16="http://schemas.microsoft.com/office/drawing/2014/main" id="{14505070-291D-28DA-1419-9D6A4B7318D4}"/>
              </a:ext>
            </a:extLst>
          </p:cNvPr>
          <p:cNvSpPr txBox="1">
            <a:spLocks/>
          </p:cNvSpPr>
          <p:nvPr/>
        </p:nvSpPr>
        <p:spPr>
          <a:xfrm>
            <a:off x="4975045" y="1201723"/>
            <a:ext cx="5595093" cy="4454554"/>
          </a:xfrm>
          <a:prstGeom prst="rect">
            <a:avLst/>
          </a:prstGeom>
        </p:spPr>
        <p:txBody>
          <a:bodyPr vert="horz" lIns="91440" tIns="45720" rIns="91440" bIns="45720" rtlCol="0"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285750" indent="-285750"/>
            <a:r>
              <a:rPr lang="en-US" sz="1800" dirty="0">
                <a:cs typeface="Arial"/>
              </a:rPr>
              <a:t>To influence people's to be more thoughtful when using AI</a:t>
            </a:r>
          </a:p>
          <a:p>
            <a:pPr marL="344170" indent="-337820"/>
            <a:endParaRPr lang="en-US" sz="1800" dirty="0">
              <a:cs typeface="Arial"/>
            </a:endParaRPr>
          </a:p>
          <a:p>
            <a:pPr marL="344170" indent="-337820">
              <a:buClr>
                <a:srgbClr val="F98657"/>
              </a:buClr>
            </a:pPr>
            <a:endParaRPr lang="en-US" sz="1800" dirty="0">
              <a:cs typeface="Arial"/>
            </a:endParaRPr>
          </a:p>
        </p:txBody>
      </p:sp>
    </p:spTree>
    <p:extLst>
      <p:ext uri="{BB962C8B-B14F-4D97-AF65-F5344CB8AC3E}">
        <p14:creationId xmlns:p14="http://schemas.microsoft.com/office/powerpoint/2010/main" val="379155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D9F2D-6EE9-3772-FB9C-8936E00E202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1D60AE5-1AAA-EA9C-87A0-653FDC196D48}"/>
              </a:ext>
            </a:extLst>
          </p:cNvPr>
          <p:cNvSpPr txBox="1">
            <a:spLocks/>
          </p:cNvSpPr>
          <p:nvPr/>
        </p:nvSpPr>
        <p:spPr>
          <a:xfrm>
            <a:off x="1518412" y="1201723"/>
            <a:ext cx="2812177" cy="4454554"/>
          </a:xfrm>
          <a:prstGeom prst="rect">
            <a:avLst/>
          </a:prstGeom>
        </p:spPr>
        <p:txBody>
          <a:bodyPr anchor="ctr">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r>
              <a:rPr lang="en-US" sz="3200">
                <a:cs typeface="Arial"/>
              </a:rPr>
              <a:t>Reasoning</a:t>
            </a:r>
          </a:p>
        </p:txBody>
      </p:sp>
      <p:sp>
        <p:nvSpPr>
          <p:cNvPr id="5" name="Content Placeholder 2">
            <a:extLst>
              <a:ext uri="{FF2B5EF4-FFF2-40B4-BE49-F238E27FC236}">
                <a16:creationId xmlns:a16="http://schemas.microsoft.com/office/drawing/2014/main" id="{B969A845-20E6-BC66-E409-9603019467D2}"/>
              </a:ext>
            </a:extLst>
          </p:cNvPr>
          <p:cNvSpPr txBox="1">
            <a:spLocks/>
          </p:cNvSpPr>
          <p:nvPr/>
        </p:nvSpPr>
        <p:spPr>
          <a:xfrm>
            <a:off x="5020949" y="1332904"/>
            <a:ext cx="5595093" cy="4823849"/>
          </a:xfrm>
          <a:prstGeom prst="rect">
            <a:avLst/>
          </a:prstGeom>
        </p:spPr>
        <p:txBody>
          <a:bodyPr vert="horz" lIns="91440" tIns="45720" rIns="91440" bIns="45720" rtlCol="0" anchor="t">
            <a:no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344170" indent="-344170"/>
            <a:r>
              <a:rPr lang="en-US" sz="1600">
                <a:solidFill>
                  <a:srgbClr val="FFFFFF"/>
                </a:solidFill>
                <a:cs typeface="Arial" panose="020B0604020202020204"/>
              </a:rPr>
              <a:t>Large data centers can consume up to 5 million gallons per day. </a:t>
            </a:r>
            <a:r>
              <a:rPr lang="en-US" sz="1600">
                <a:solidFill>
                  <a:schemeClr val="tx1">
                    <a:lumMod val="65000"/>
                  </a:schemeClr>
                </a:solidFill>
                <a:cs typeface="Arial" panose="020B0604020202020204"/>
              </a:rPr>
              <a:t>("Yañez-Barnuevo", 2025)</a:t>
            </a:r>
            <a:endParaRPr lang="en-US">
              <a:solidFill>
                <a:schemeClr val="tx1">
                  <a:lumMod val="65000"/>
                </a:schemeClr>
              </a:solidFill>
              <a:cs typeface="Arial" panose="020B0604020202020204"/>
            </a:endParaRPr>
          </a:p>
          <a:p>
            <a:pPr marL="344170" indent="-344170"/>
            <a:r>
              <a:rPr lang="en-US" sz="1600">
                <a:cs typeface="Arial" panose="020B0604020202020204"/>
              </a:rPr>
              <a:t>With larger and new AI-focused data centers, water consumption is increasing alongside energy usage and carbon emissions. </a:t>
            </a:r>
            <a:r>
              <a:rPr lang="en-US" sz="1600">
                <a:solidFill>
                  <a:schemeClr val="tx1">
                    <a:lumMod val="65000"/>
                  </a:schemeClr>
                </a:solidFill>
                <a:cs typeface="Arial" panose="020B0604020202020204"/>
              </a:rPr>
              <a:t>("Yañez-Barnuevo", 2025)</a:t>
            </a:r>
            <a:endParaRPr lang="en-US">
              <a:solidFill>
                <a:schemeClr val="tx1">
                  <a:lumMod val="65000"/>
                </a:schemeClr>
              </a:solidFill>
              <a:cs typeface="Arial"/>
            </a:endParaRPr>
          </a:p>
          <a:p>
            <a:pPr marL="285750" indent="-285750">
              <a:buClr>
                <a:srgbClr val="F98657"/>
              </a:buClr>
            </a:pPr>
            <a:r>
              <a:rPr lang="en-US" sz="1600">
                <a:solidFill>
                  <a:srgbClr val="FFFFFF"/>
                </a:solidFill>
                <a:latin typeface="Arial"/>
                <a:cs typeface="Arial" panose="020B0604020202020204"/>
              </a:rPr>
              <a:t>By 2030, data centers could account for as much as 11% of U.S. power demand — up from 3%</a:t>
            </a:r>
            <a:r>
              <a:rPr lang="en-US" sz="1600">
                <a:cs typeface="Arial" panose="020B0604020202020204"/>
              </a:rPr>
              <a:t> </a:t>
            </a:r>
            <a:r>
              <a:rPr lang="en-US" sz="1600">
                <a:solidFill>
                  <a:schemeClr val="tx1">
                    <a:lumMod val="65000"/>
                  </a:schemeClr>
                </a:solidFill>
                <a:cs typeface="Arial" panose="020B0604020202020204"/>
              </a:rPr>
              <a:t>("LA Times" 2024) </a:t>
            </a:r>
          </a:p>
          <a:p>
            <a:pPr marL="285750" indent="-285750">
              <a:buClr>
                <a:srgbClr val="F98657"/>
              </a:buClr>
            </a:pPr>
            <a:r>
              <a:rPr lang="en-US" sz="1600">
                <a:solidFill>
                  <a:srgbClr val="FFFFFF"/>
                </a:solidFill>
                <a:cs typeface="Arial" panose="020B0604020202020204"/>
              </a:rPr>
              <a:t>Power Usage during certain times of day or weather conditions can create different impacts on our environmental footprint. </a:t>
            </a:r>
            <a:r>
              <a:rPr lang="en-US" sz="1600">
                <a:solidFill>
                  <a:schemeClr val="tx1">
                    <a:lumMod val="65000"/>
                  </a:schemeClr>
                </a:solidFill>
                <a:cs typeface="Arial" panose="020B0604020202020204"/>
              </a:rPr>
              <a:t>("Carbon Impact of Electric Vehicle Charging," 2024) </a:t>
            </a:r>
          </a:p>
          <a:p>
            <a:pPr marL="0" indent="0">
              <a:buFont typeface="Wingdings" panose="05000000000000000000" pitchFamily="2" charset="2"/>
              <a:buNone/>
            </a:pPr>
            <a:endParaRPr lang="en-US" sz="1200">
              <a:cs typeface="Arial" panose="020B0604020202020204"/>
            </a:endParaRPr>
          </a:p>
          <a:p>
            <a:pPr marL="0" indent="0">
              <a:buClr>
                <a:srgbClr val="F98657"/>
              </a:buClr>
              <a:buFont typeface="Wingdings" panose="05000000000000000000" pitchFamily="2" charset="2"/>
              <a:buNone/>
            </a:pPr>
            <a:endParaRPr lang="en-US" sz="1800">
              <a:cs typeface="Arial" panose="020B0604020202020204"/>
            </a:endParaRPr>
          </a:p>
          <a:p>
            <a:pPr marL="344170" indent="-337820">
              <a:buClr>
                <a:srgbClr val="F98657"/>
              </a:buClr>
            </a:pPr>
            <a:endParaRPr lang="en-US" sz="1800">
              <a:cs typeface="Arial" panose="020B0604020202020204"/>
            </a:endParaRPr>
          </a:p>
          <a:p>
            <a:pPr marL="344170" indent="-337820">
              <a:buClr>
                <a:srgbClr val="F98657"/>
              </a:buClr>
            </a:pPr>
            <a:endParaRPr lang="en-US" sz="1800">
              <a:cs typeface="Arial" panose="020B0604020202020204"/>
            </a:endParaRPr>
          </a:p>
        </p:txBody>
      </p:sp>
    </p:spTree>
    <p:extLst>
      <p:ext uri="{BB962C8B-B14F-4D97-AF65-F5344CB8AC3E}">
        <p14:creationId xmlns:p14="http://schemas.microsoft.com/office/powerpoint/2010/main" val="283166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C65C1-9840-FFE2-7F8B-EED12997A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14C0B-05AF-E6B4-C6F9-73A28D0C4BF7}"/>
              </a:ext>
            </a:extLst>
          </p:cNvPr>
          <p:cNvSpPr txBox="1">
            <a:spLocks/>
          </p:cNvSpPr>
          <p:nvPr/>
        </p:nvSpPr>
        <p:spPr>
          <a:xfrm>
            <a:off x="1193426" y="380652"/>
            <a:ext cx="8608037" cy="551001"/>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dirty="0"/>
              <a:t>Why Does AI waste so much water?</a:t>
            </a:r>
          </a:p>
        </p:txBody>
      </p:sp>
      <p:sp>
        <p:nvSpPr>
          <p:cNvPr id="5" name="AutoShape 2" descr="What Is A Server Rack Used For? | Understanding Server Racks">
            <a:extLst>
              <a:ext uri="{FF2B5EF4-FFF2-40B4-BE49-F238E27FC236}">
                <a16:creationId xmlns:a16="http://schemas.microsoft.com/office/drawing/2014/main" id="{A6052AB0-9E6A-EE59-8B32-F7DB25F596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What Is A Server Rack Used For? | Understanding Server Racks">
            <a:extLst>
              <a:ext uri="{FF2B5EF4-FFF2-40B4-BE49-F238E27FC236}">
                <a16:creationId xmlns:a16="http://schemas.microsoft.com/office/drawing/2014/main" id="{06F95211-98F1-F632-A798-D9C98E33641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What Is a Rack Server?">
            <a:extLst>
              <a:ext uri="{FF2B5EF4-FFF2-40B4-BE49-F238E27FC236}">
                <a16:creationId xmlns:a16="http://schemas.microsoft.com/office/drawing/2014/main" id="{B3B1F133-19DA-2E08-FF9F-0703BFBE4170}"/>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What Is a Rack Server?">
            <a:extLst>
              <a:ext uri="{FF2B5EF4-FFF2-40B4-BE49-F238E27FC236}">
                <a16:creationId xmlns:a16="http://schemas.microsoft.com/office/drawing/2014/main" id="{F20F39F2-0D7A-231C-A860-15273A440927}"/>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17,700+ Turbine Generator Stock Illustrations, Royalty-Free Vector Graphics  &amp; Clip Art - iStock | Steam turbine generator, Wind turbine generator, Gas  turbine generator">
            <a:hlinkClick r:id="rId3"/>
            <a:extLst>
              <a:ext uri="{FF2B5EF4-FFF2-40B4-BE49-F238E27FC236}">
                <a16:creationId xmlns:a16="http://schemas.microsoft.com/office/drawing/2014/main" id="{BFE0C722-D30F-BDBA-D1F9-1BB0FC7162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835" y="2263720"/>
            <a:ext cx="5195965" cy="3896974"/>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181B6011-1D44-4DAA-EAB1-356F67F760B8}"/>
              </a:ext>
            </a:extLst>
          </p:cNvPr>
          <p:cNvSpPr txBox="1">
            <a:spLocks/>
          </p:cNvSpPr>
          <p:nvPr/>
        </p:nvSpPr>
        <p:spPr>
          <a:xfrm>
            <a:off x="1193426" y="1125920"/>
            <a:ext cx="8608037" cy="551001"/>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342900" indent="-342900" algn="l">
              <a:buFont typeface="Arial" panose="020B0604020202020204" pitchFamily="34" charset="0"/>
              <a:buChar char="•"/>
            </a:pPr>
            <a:r>
              <a:rPr lang="en-US" sz="2400" dirty="0">
                <a:solidFill>
                  <a:schemeClr val="tx2"/>
                </a:solidFill>
              </a:rPr>
              <a:t>Data center electricity comes from wasteful plants</a:t>
            </a:r>
          </a:p>
        </p:txBody>
      </p:sp>
      <p:sp>
        <p:nvSpPr>
          <p:cNvPr id="9" name="Title 1">
            <a:extLst>
              <a:ext uri="{FF2B5EF4-FFF2-40B4-BE49-F238E27FC236}">
                <a16:creationId xmlns:a16="http://schemas.microsoft.com/office/drawing/2014/main" id="{7CA7F7D7-579B-C3C0-4B8F-5CF65003442A}"/>
              </a:ext>
            </a:extLst>
          </p:cNvPr>
          <p:cNvSpPr txBox="1">
            <a:spLocks/>
          </p:cNvSpPr>
          <p:nvPr/>
        </p:nvSpPr>
        <p:spPr>
          <a:xfrm>
            <a:off x="6705600" y="2263720"/>
            <a:ext cx="4586365" cy="3896974"/>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285750" indent="-285750" algn="l">
              <a:spcAft>
                <a:spcPts val="1200"/>
              </a:spcAft>
              <a:buFont typeface="Arial" panose="020B0604020202020204" pitchFamily="34" charset="0"/>
              <a:buChar char="•"/>
            </a:pPr>
            <a:r>
              <a:rPr lang="en-US" sz="2600" dirty="0"/>
              <a:t>Water comes from fresh water sources</a:t>
            </a:r>
          </a:p>
          <a:p>
            <a:pPr marL="285750" indent="-285750" algn="l">
              <a:spcAft>
                <a:spcPts val="1200"/>
              </a:spcAft>
              <a:buFont typeface="Arial" panose="020B0604020202020204" pitchFamily="34" charset="0"/>
              <a:buChar char="•"/>
            </a:pPr>
            <a:r>
              <a:rPr lang="en-US" sz="2600" dirty="0"/>
              <a:t>Water is evaporated into steam</a:t>
            </a:r>
          </a:p>
          <a:p>
            <a:pPr marL="285750" indent="-285750" algn="l">
              <a:spcAft>
                <a:spcPts val="1200"/>
              </a:spcAft>
              <a:buFont typeface="Arial" panose="020B0604020202020204" pitchFamily="34" charset="0"/>
              <a:buChar char="•"/>
            </a:pPr>
            <a:r>
              <a:rPr lang="en-US" sz="2600" dirty="0"/>
              <a:t>Steam makes turbines spin</a:t>
            </a:r>
          </a:p>
          <a:p>
            <a:pPr marL="285750" indent="-285750" algn="l">
              <a:spcAft>
                <a:spcPts val="1200"/>
              </a:spcAft>
              <a:buFont typeface="Arial" panose="020B0604020202020204" pitchFamily="34" charset="0"/>
              <a:buChar char="•"/>
            </a:pPr>
            <a:r>
              <a:rPr lang="en-US" sz="2600" dirty="0"/>
              <a:t>Turbine motion is turned into electricity sent to data center.</a:t>
            </a:r>
          </a:p>
        </p:txBody>
      </p:sp>
    </p:spTree>
    <p:extLst>
      <p:ext uri="{BB962C8B-B14F-4D97-AF65-F5344CB8AC3E}">
        <p14:creationId xmlns:p14="http://schemas.microsoft.com/office/powerpoint/2010/main" val="920323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963D-AC8B-2409-3DED-55C0A9D42B71}"/>
            </a:ext>
          </a:extLst>
        </p:cNvPr>
        <p:cNvGrpSpPr/>
        <p:nvPr/>
      </p:nvGrpSpPr>
      <p:grpSpPr>
        <a:xfrm>
          <a:off x="0" y="0"/>
          <a:ext cx="0" cy="0"/>
          <a:chOff x="0" y="0"/>
          <a:chExt cx="0" cy="0"/>
        </a:xfrm>
      </p:grpSpPr>
      <p:sp>
        <p:nvSpPr>
          <p:cNvPr id="5" name="AutoShape 2" descr="What Is A Server Rack Used For? | Understanding Server Racks">
            <a:extLst>
              <a:ext uri="{FF2B5EF4-FFF2-40B4-BE49-F238E27FC236}">
                <a16:creationId xmlns:a16="http://schemas.microsoft.com/office/drawing/2014/main" id="{8CFD1E8C-9AD9-1AC7-9C7E-8AEE21EAB76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What Is A Server Rack Used For? | Understanding Server Racks">
            <a:extLst>
              <a:ext uri="{FF2B5EF4-FFF2-40B4-BE49-F238E27FC236}">
                <a16:creationId xmlns:a16="http://schemas.microsoft.com/office/drawing/2014/main" id="{F616D60B-ED78-CA65-30CE-AD758D34470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What Is a Rack Server?">
            <a:extLst>
              <a:ext uri="{FF2B5EF4-FFF2-40B4-BE49-F238E27FC236}">
                <a16:creationId xmlns:a16="http://schemas.microsoft.com/office/drawing/2014/main" id="{0515F0F8-F4B4-57CD-0BD6-09BEF676AEC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What Is a Rack Server?">
            <a:extLst>
              <a:ext uri="{FF2B5EF4-FFF2-40B4-BE49-F238E27FC236}">
                <a16:creationId xmlns:a16="http://schemas.microsoft.com/office/drawing/2014/main" id="{D71E7A78-AC0A-B62E-DEC2-955C4D60C6D4}"/>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What Is a Rack Server?">
            <a:hlinkClick r:id="rId3"/>
            <a:extLst>
              <a:ext uri="{FF2B5EF4-FFF2-40B4-BE49-F238E27FC236}">
                <a16:creationId xmlns:a16="http://schemas.microsoft.com/office/drawing/2014/main" id="{B588EA38-0F5A-423E-27F1-8AB3D7F8872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95185" y="1573405"/>
            <a:ext cx="3826214" cy="2550810"/>
          </a:xfrm>
          <a:prstGeom prst="rect">
            <a:avLst/>
          </a:prstGeom>
          <a:noFill/>
          <a:ln>
            <a:noFill/>
          </a:ln>
        </p:spPr>
      </p:pic>
      <p:sp>
        <p:nvSpPr>
          <p:cNvPr id="9" name="Title 1">
            <a:extLst>
              <a:ext uri="{FF2B5EF4-FFF2-40B4-BE49-F238E27FC236}">
                <a16:creationId xmlns:a16="http://schemas.microsoft.com/office/drawing/2014/main" id="{C2951275-5A7E-B714-25B8-ACF62A1D8A13}"/>
              </a:ext>
            </a:extLst>
          </p:cNvPr>
          <p:cNvSpPr txBox="1">
            <a:spLocks/>
          </p:cNvSpPr>
          <p:nvPr/>
        </p:nvSpPr>
        <p:spPr>
          <a:xfrm>
            <a:off x="1193426" y="380652"/>
            <a:ext cx="8608037" cy="551001"/>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dirty="0"/>
              <a:t>Why Does AI waste so much water?</a:t>
            </a:r>
          </a:p>
        </p:txBody>
      </p:sp>
      <p:sp>
        <p:nvSpPr>
          <p:cNvPr id="10" name="Title 1">
            <a:extLst>
              <a:ext uri="{FF2B5EF4-FFF2-40B4-BE49-F238E27FC236}">
                <a16:creationId xmlns:a16="http://schemas.microsoft.com/office/drawing/2014/main" id="{D62FF205-BF24-3012-54F5-898DC729E0FA}"/>
              </a:ext>
            </a:extLst>
          </p:cNvPr>
          <p:cNvSpPr txBox="1">
            <a:spLocks/>
          </p:cNvSpPr>
          <p:nvPr/>
        </p:nvSpPr>
        <p:spPr>
          <a:xfrm>
            <a:off x="1193426" y="1125920"/>
            <a:ext cx="8608037" cy="551001"/>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342900" indent="-342900" algn="l">
              <a:buFont typeface="Arial" panose="020B0604020202020204" pitchFamily="34" charset="0"/>
              <a:buChar char="•"/>
            </a:pPr>
            <a:r>
              <a:rPr lang="en-US" sz="2400" dirty="0">
                <a:solidFill>
                  <a:schemeClr val="tx2"/>
                </a:solidFill>
              </a:rPr>
              <a:t>Data centers use wasteful cooling methods </a:t>
            </a:r>
          </a:p>
        </p:txBody>
      </p:sp>
      <p:pic>
        <p:nvPicPr>
          <p:cNvPr id="12" name="Picture 2" descr="What is Liquid Cooling? A Guide to the Future of Data Center Cooling.">
            <a:hlinkClick r:id="rId5"/>
            <a:extLst>
              <a:ext uri="{FF2B5EF4-FFF2-40B4-BE49-F238E27FC236}">
                <a16:creationId xmlns:a16="http://schemas.microsoft.com/office/drawing/2014/main" id="{9ABE7D69-5472-0032-AA6A-029135B02E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569" y="4227731"/>
            <a:ext cx="4536875" cy="255081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80A70AD3-78A5-30B3-1768-17A8EC46CD4E}"/>
              </a:ext>
            </a:extLst>
          </p:cNvPr>
          <p:cNvSpPr txBox="1">
            <a:spLocks/>
          </p:cNvSpPr>
          <p:nvPr/>
        </p:nvSpPr>
        <p:spPr>
          <a:xfrm>
            <a:off x="6248400" y="2090113"/>
            <a:ext cx="4586365" cy="3896974"/>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285750" indent="-285750" algn="l">
              <a:spcAft>
                <a:spcPts val="1200"/>
              </a:spcAft>
              <a:buFont typeface="Arial" panose="020B0604020202020204" pitchFamily="34" charset="0"/>
              <a:buChar char="•"/>
            </a:pPr>
            <a:r>
              <a:rPr lang="en-US" sz="2600" dirty="0"/>
              <a:t>Packed super computers create lots of heat</a:t>
            </a:r>
          </a:p>
          <a:p>
            <a:pPr marL="285750" indent="-285750" algn="l">
              <a:spcAft>
                <a:spcPts val="1200"/>
              </a:spcAft>
              <a:buFont typeface="Arial" panose="020B0604020202020204" pitchFamily="34" charset="0"/>
              <a:buChar char="•"/>
            </a:pPr>
            <a:r>
              <a:rPr lang="en-US" sz="2600" dirty="0"/>
              <a:t>Water tubes touch the computers</a:t>
            </a:r>
          </a:p>
          <a:p>
            <a:pPr marL="285750" indent="-285750" algn="l">
              <a:spcAft>
                <a:spcPts val="1200"/>
              </a:spcAft>
              <a:buFont typeface="Arial" panose="020B0604020202020204" pitchFamily="34" charset="0"/>
              <a:buChar char="•"/>
            </a:pPr>
            <a:r>
              <a:rPr lang="en-US" sz="2600" dirty="0"/>
              <a:t>Heat transfers from computer to tube water</a:t>
            </a:r>
          </a:p>
          <a:p>
            <a:pPr marL="285750" indent="-285750" algn="l">
              <a:spcAft>
                <a:spcPts val="1200"/>
              </a:spcAft>
              <a:buFont typeface="Arial" panose="020B0604020202020204" pitchFamily="34" charset="0"/>
              <a:buChar char="•"/>
            </a:pPr>
            <a:r>
              <a:rPr lang="en-US" sz="2600" dirty="0"/>
              <a:t>Water is cooled back down evaporating in the process</a:t>
            </a:r>
          </a:p>
        </p:txBody>
      </p:sp>
    </p:spTree>
    <p:extLst>
      <p:ext uri="{BB962C8B-B14F-4D97-AF65-F5344CB8AC3E}">
        <p14:creationId xmlns:p14="http://schemas.microsoft.com/office/powerpoint/2010/main" val="968966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C265B-DE4D-FBB0-95E0-D7593656655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F628551-D79A-8CC7-871F-B94A7E75DB55}"/>
              </a:ext>
            </a:extLst>
          </p:cNvPr>
          <p:cNvSpPr txBox="1">
            <a:spLocks/>
          </p:cNvSpPr>
          <p:nvPr/>
        </p:nvSpPr>
        <p:spPr>
          <a:xfrm>
            <a:off x="1975805" y="20521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r>
              <a:rPr lang="en-US" sz="1400" dirty="0">
                <a:solidFill>
                  <a:schemeClr val="tx1"/>
                </a:solidFill>
                <a:latin typeface="+mn-lt"/>
                <a:ea typeface="+mn-ea"/>
                <a:cs typeface="Arial" panose="020B0604020202020204"/>
              </a:rPr>
              <a:t>Because of the computational power required to run these models at the speed seen through modern online chat bots, these models are ran on extremely powerful computers all held together in data centers owned for or paid for by the company. More computational power does not necessarily mean better energy efficiency to produce that power, and often times these powerful computers release large amounts of heat far greater then personal computers, with all of these computers in one single space powerful cooling is needed to keep the computers from overheating. For this reason liquid cooling is used often derived from fresh water sources that run through tubes alongside the machine dissipating the heat from the machines to the water which over time declines as it evaporates through special ducts. </a:t>
            </a:r>
          </a:p>
          <a:p>
            <a:pPr defTabSz="914400">
              <a:lnSpc>
                <a:spcPct val="110000"/>
              </a:lnSpc>
              <a:spcBef>
                <a:spcPts val="500"/>
              </a:spcBef>
              <a:spcAft>
                <a:spcPts val="600"/>
              </a:spcAft>
            </a:pPr>
            <a:endParaRPr lang="en-US" sz="2000" dirty="0">
              <a:solidFill>
                <a:schemeClr val="tx1"/>
              </a:solidFill>
              <a:latin typeface="+mn-lt"/>
              <a:ea typeface="+mn-ea"/>
              <a:cs typeface="Arial" panose="020B0604020202020204"/>
            </a:endParaRPr>
          </a:p>
        </p:txBody>
      </p:sp>
      <p:pic>
        <p:nvPicPr>
          <p:cNvPr id="4" name="Graphic 3" descr="House">
            <a:extLst>
              <a:ext uri="{FF2B5EF4-FFF2-40B4-BE49-F238E27FC236}">
                <a16:creationId xmlns:a16="http://schemas.microsoft.com/office/drawing/2014/main" id="{519D6C35-EF78-CA38-006A-DF1DD1EF6F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 name="Title 1">
            <a:extLst>
              <a:ext uri="{FF2B5EF4-FFF2-40B4-BE49-F238E27FC236}">
                <a16:creationId xmlns:a16="http://schemas.microsoft.com/office/drawing/2014/main" id="{7AB4065E-6EDE-0A26-B7FF-5EC725280554}"/>
              </a:ext>
            </a:extLst>
          </p:cNvPr>
          <p:cNvSpPr txBox="1">
            <a:spLocks/>
          </p:cNvSpPr>
          <p:nvPr/>
        </p:nvSpPr>
        <p:spPr>
          <a:xfrm>
            <a:off x="1193426" y="380652"/>
            <a:ext cx="8608037" cy="551001"/>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dirty="0"/>
              <a:t>Why Does AI waste so much water?</a:t>
            </a:r>
          </a:p>
        </p:txBody>
      </p:sp>
    </p:spTree>
    <p:extLst>
      <p:ext uri="{BB962C8B-B14F-4D97-AF65-F5344CB8AC3E}">
        <p14:creationId xmlns:p14="http://schemas.microsoft.com/office/powerpoint/2010/main" val="140624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0487-7CF6-F735-12B1-F74D1B40D938}"/>
              </a:ext>
            </a:extLst>
          </p:cNvPr>
          <p:cNvSpPr txBox="1">
            <a:spLocks/>
          </p:cNvSpPr>
          <p:nvPr/>
        </p:nvSpPr>
        <p:spPr>
          <a:xfrm>
            <a:off x="1969803" y="808056"/>
            <a:ext cx="8608037"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t>Individual Contributions</a:t>
            </a:r>
          </a:p>
        </p:txBody>
      </p:sp>
      <p:pic>
        <p:nvPicPr>
          <p:cNvPr id="3" name="Graphic 2" descr="House">
            <a:extLst>
              <a:ext uri="{FF2B5EF4-FFF2-40B4-BE49-F238E27FC236}">
                <a16:creationId xmlns:a16="http://schemas.microsoft.com/office/drawing/2014/main" id="{31B8A407-BC0A-A81D-6252-5FDB25A870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227324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B8A3-FA3C-892C-6906-D6B155D40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887DF-6D38-558E-6D13-E0C3ABA75330}"/>
              </a:ext>
            </a:extLst>
          </p:cNvPr>
          <p:cNvSpPr txBox="1">
            <a:spLocks/>
          </p:cNvSpPr>
          <p:nvPr/>
        </p:nvSpPr>
        <p:spPr>
          <a:xfrm>
            <a:off x="1969803" y="808056"/>
            <a:ext cx="8608037"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t>Solutions</a:t>
            </a:r>
          </a:p>
        </p:txBody>
      </p:sp>
      <p:pic>
        <p:nvPicPr>
          <p:cNvPr id="3" name="Graphic 2" descr="House">
            <a:extLst>
              <a:ext uri="{FF2B5EF4-FFF2-40B4-BE49-F238E27FC236}">
                <a16:creationId xmlns:a16="http://schemas.microsoft.com/office/drawing/2014/main" id="{9BD7A81F-84D0-8AAB-B58A-94301E1E39A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4" name="Title 1">
            <a:extLst>
              <a:ext uri="{FF2B5EF4-FFF2-40B4-BE49-F238E27FC236}">
                <a16:creationId xmlns:a16="http://schemas.microsoft.com/office/drawing/2014/main" id="{E6EB910C-A6BF-E59A-53DF-5B5BB03905AA}"/>
              </a:ext>
            </a:extLst>
          </p:cNvPr>
          <p:cNvSpPr txBox="1">
            <a:spLocks/>
          </p:cNvSpPr>
          <p:nvPr/>
        </p:nvSpPr>
        <p:spPr>
          <a:xfrm>
            <a:off x="2147744" y="1716054"/>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defTabSz="914400">
              <a:lnSpc>
                <a:spcPct val="110000"/>
              </a:lnSpc>
              <a:spcBef>
                <a:spcPts val="500"/>
              </a:spcBef>
              <a:spcAft>
                <a:spcPts val="600"/>
              </a:spcAft>
              <a:buClr>
                <a:schemeClr val="accent6"/>
              </a:buClr>
              <a:buSzPct val="90000"/>
              <a:buFont typeface="Arial"/>
              <a:buChar char="•"/>
            </a:pPr>
            <a:r>
              <a:rPr lang="en-US" sz="1800" dirty="0">
                <a:solidFill>
                  <a:schemeClr val="tx1"/>
                </a:solidFill>
                <a:latin typeface="+mn-lt"/>
                <a:ea typeface="+mn-ea"/>
                <a:cs typeface="Arial" panose="020B0604020202020204"/>
              </a:rPr>
              <a:t>Reduce demand</a:t>
            </a:r>
          </a:p>
          <a:p>
            <a:pPr marL="285750" indent="-285750" defTabSz="914400">
              <a:lnSpc>
                <a:spcPct val="110000"/>
              </a:lnSpc>
              <a:spcBef>
                <a:spcPts val="500"/>
              </a:spcBef>
              <a:spcAft>
                <a:spcPts val="600"/>
              </a:spcAft>
              <a:buClr>
                <a:srgbClr val="8EC0C1"/>
              </a:buClr>
              <a:buSzPct val="90000"/>
              <a:buFont typeface="Arial"/>
              <a:buChar char="•"/>
            </a:pPr>
            <a:r>
              <a:rPr lang="en-US" sz="1800" dirty="0">
                <a:solidFill>
                  <a:schemeClr val="tx1"/>
                </a:solidFill>
                <a:latin typeface="+mn-lt"/>
                <a:ea typeface="+mn-ea"/>
                <a:cs typeface="Arial" panose="020B0604020202020204"/>
              </a:rPr>
              <a:t>Take legal action</a:t>
            </a:r>
          </a:p>
          <a:p>
            <a:pPr defTabSz="914400">
              <a:lnSpc>
                <a:spcPct val="110000"/>
              </a:lnSpc>
              <a:spcBef>
                <a:spcPts val="500"/>
              </a:spcBef>
              <a:spcAft>
                <a:spcPts val="600"/>
              </a:spcAft>
            </a:pPr>
            <a:endParaRPr lang="en-US" sz="2000" dirty="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275430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E91B-20AB-D4CD-C0C2-6066E64F2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EE0E5-9CD0-3800-3414-EB10700B284C}"/>
              </a:ext>
            </a:extLst>
          </p:cNvPr>
          <p:cNvSpPr txBox="1">
            <a:spLocks/>
          </p:cNvSpPr>
          <p:nvPr/>
        </p:nvSpPr>
        <p:spPr>
          <a:xfrm>
            <a:off x="1969803" y="808056"/>
            <a:ext cx="8608037"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dirty="0"/>
              <a:t>Reduce Demand</a:t>
            </a:r>
          </a:p>
        </p:txBody>
      </p:sp>
      <p:pic>
        <p:nvPicPr>
          <p:cNvPr id="3" name="Graphic 2" descr="House">
            <a:extLst>
              <a:ext uri="{FF2B5EF4-FFF2-40B4-BE49-F238E27FC236}">
                <a16:creationId xmlns:a16="http://schemas.microsoft.com/office/drawing/2014/main" id="{FE3C1965-D96C-5204-AB31-5EA2960797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4" name="Title 1">
            <a:extLst>
              <a:ext uri="{FF2B5EF4-FFF2-40B4-BE49-F238E27FC236}">
                <a16:creationId xmlns:a16="http://schemas.microsoft.com/office/drawing/2014/main" id="{B68BA0B5-EE1A-496B-031A-C22E59F747CD}"/>
              </a:ext>
            </a:extLst>
          </p:cNvPr>
          <p:cNvSpPr txBox="1">
            <a:spLocks/>
          </p:cNvSpPr>
          <p:nvPr/>
        </p:nvSpPr>
        <p:spPr>
          <a:xfrm>
            <a:off x="2147744" y="1716054"/>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defTabSz="914400">
              <a:lnSpc>
                <a:spcPct val="110000"/>
              </a:lnSpc>
              <a:spcBef>
                <a:spcPts val="500"/>
              </a:spcBef>
              <a:spcAft>
                <a:spcPts val="600"/>
              </a:spcAft>
              <a:buClr>
                <a:schemeClr val="accent6"/>
              </a:buClr>
              <a:buSzPct val="90000"/>
              <a:buFont typeface="Arial"/>
              <a:buChar char="•"/>
            </a:pPr>
            <a:r>
              <a:rPr lang="en-US" sz="1800" dirty="0">
                <a:solidFill>
                  <a:schemeClr val="tx1"/>
                </a:solidFill>
                <a:latin typeface="+mn-lt"/>
                <a:ea typeface="+mn-ea"/>
                <a:cs typeface="Arial" panose="020B0604020202020204"/>
              </a:rPr>
              <a:t>Limit use of video models like Veo and Sora only to what is necessary</a:t>
            </a:r>
          </a:p>
          <a:p>
            <a:pPr marL="285750" indent="-285750" defTabSz="914400">
              <a:lnSpc>
                <a:spcPct val="110000"/>
              </a:lnSpc>
              <a:spcBef>
                <a:spcPts val="500"/>
              </a:spcBef>
              <a:spcAft>
                <a:spcPts val="600"/>
              </a:spcAft>
              <a:buClr>
                <a:srgbClr val="8EC0C1"/>
              </a:buClr>
              <a:buSzPct val="90000"/>
              <a:buFont typeface="Arial"/>
              <a:buChar char="•"/>
            </a:pPr>
            <a:r>
              <a:rPr lang="en-US" sz="1800" dirty="0">
                <a:solidFill>
                  <a:schemeClr val="tx1"/>
                </a:solidFill>
                <a:latin typeface="+mn-lt"/>
                <a:ea typeface="+mn-ea"/>
                <a:cs typeface="Arial" panose="020B0604020202020204"/>
              </a:rPr>
              <a:t>Find and re-use old search prompts for answers instead of re-prompting the model</a:t>
            </a:r>
          </a:p>
          <a:p>
            <a:pPr marL="285750" indent="-285750" defTabSz="914400">
              <a:lnSpc>
                <a:spcPct val="110000"/>
              </a:lnSpc>
              <a:spcBef>
                <a:spcPts val="500"/>
              </a:spcBef>
              <a:spcAft>
                <a:spcPts val="600"/>
              </a:spcAft>
              <a:buClr>
                <a:srgbClr val="8EC0C1"/>
              </a:buClr>
              <a:buSzPct val="90000"/>
              <a:buFont typeface="Arial"/>
              <a:buChar char="•"/>
            </a:pPr>
            <a:r>
              <a:rPr lang="en-US" sz="1800" dirty="0">
                <a:solidFill>
                  <a:schemeClr val="tx1"/>
                </a:solidFill>
                <a:latin typeface="+mn-lt"/>
                <a:ea typeface="+mn-ea"/>
                <a:cs typeface="Arial" panose="020B0604020202020204"/>
              </a:rPr>
              <a:t>Disable auto/embedded AI when possible ex. Google Search AI results.</a:t>
            </a:r>
          </a:p>
          <a:p>
            <a:pPr marL="285750" indent="-285750" defTabSz="914400">
              <a:lnSpc>
                <a:spcPct val="110000"/>
              </a:lnSpc>
              <a:spcBef>
                <a:spcPts val="500"/>
              </a:spcBef>
              <a:spcAft>
                <a:spcPts val="600"/>
              </a:spcAft>
              <a:buClr>
                <a:srgbClr val="8EC0C1"/>
              </a:buClr>
              <a:buSzPct val="90000"/>
              <a:buFont typeface="Arial"/>
              <a:buChar char="•"/>
            </a:pPr>
            <a:r>
              <a:rPr lang="en-US" sz="1800" dirty="0">
                <a:solidFill>
                  <a:schemeClr val="tx1"/>
                </a:solidFill>
                <a:latin typeface="+mn-lt"/>
                <a:ea typeface="+mn-ea"/>
                <a:cs typeface="Arial" panose="020B0604020202020204"/>
              </a:rPr>
              <a:t>Use models locally whenever possible</a:t>
            </a:r>
          </a:p>
          <a:p>
            <a:pPr defTabSz="914400">
              <a:lnSpc>
                <a:spcPct val="110000"/>
              </a:lnSpc>
              <a:spcBef>
                <a:spcPts val="500"/>
              </a:spcBef>
              <a:spcAft>
                <a:spcPts val="600"/>
              </a:spcAft>
            </a:pPr>
            <a:endParaRPr lang="en-US" sz="2000" dirty="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486304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7EB5-5ADF-D8BF-925F-992BDE15C8B6}"/>
              </a:ext>
            </a:extLst>
          </p:cNvPr>
          <p:cNvSpPr txBox="1">
            <a:spLocks/>
          </p:cNvSpPr>
          <p:nvPr/>
        </p:nvSpPr>
        <p:spPr>
          <a:xfrm>
            <a:off x="1969803" y="808056"/>
            <a:ext cx="8608037"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cs typeface="Arial"/>
              </a:rPr>
              <a:t>Using Models Locally </a:t>
            </a:r>
          </a:p>
        </p:txBody>
      </p:sp>
      <p:sp>
        <p:nvSpPr>
          <p:cNvPr id="3" name="Title 1">
            <a:extLst>
              <a:ext uri="{FF2B5EF4-FFF2-40B4-BE49-F238E27FC236}">
                <a16:creationId xmlns:a16="http://schemas.microsoft.com/office/drawing/2014/main" id="{55283032-CB30-EDC0-7329-14BBF7381E06}"/>
              </a:ext>
            </a:extLst>
          </p:cNvPr>
          <p:cNvSpPr txBox="1">
            <a:spLocks/>
          </p:cNvSpPr>
          <p:nvPr/>
        </p:nvSpPr>
        <p:spPr>
          <a:xfrm>
            <a:off x="1975805" y="20521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endParaRPr lang="en-US" sz="2000">
              <a:solidFill>
                <a:schemeClr val="tx1"/>
              </a:solidFill>
              <a:latin typeface="+mn-lt"/>
              <a:cs typeface="Arial" panose="020B0604020202020204"/>
            </a:endParaRPr>
          </a:p>
        </p:txBody>
      </p:sp>
      <p:pic>
        <p:nvPicPr>
          <p:cNvPr id="4" name="Graphic 3" descr="House">
            <a:extLst>
              <a:ext uri="{FF2B5EF4-FFF2-40B4-BE49-F238E27FC236}">
                <a16:creationId xmlns:a16="http://schemas.microsoft.com/office/drawing/2014/main" id="{E51B1367-B70C-0063-7B54-72776D44B8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 name="Title 1">
            <a:extLst>
              <a:ext uri="{FF2B5EF4-FFF2-40B4-BE49-F238E27FC236}">
                <a16:creationId xmlns:a16="http://schemas.microsoft.com/office/drawing/2014/main" id="{A455A1EB-0438-222C-D797-BCEEEFFAD706}"/>
              </a:ext>
            </a:extLst>
          </p:cNvPr>
          <p:cNvSpPr txBox="1">
            <a:spLocks/>
          </p:cNvSpPr>
          <p:nvPr/>
        </p:nvSpPr>
        <p:spPr>
          <a:xfrm>
            <a:off x="2128205" y="22045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r>
              <a:rPr lang="en-US" sz="1800">
                <a:solidFill>
                  <a:schemeClr val="tx1"/>
                </a:solidFill>
                <a:latin typeface="+mn-lt"/>
                <a:ea typeface="+mn-ea"/>
                <a:cs typeface="Arial" panose="020B0604020202020204"/>
              </a:rPr>
              <a:t>LM Studio</a:t>
            </a:r>
          </a:p>
          <a:p>
            <a:pPr defTabSz="914400">
              <a:lnSpc>
                <a:spcPct val="110000"/>
              </a:lnSpc>
              <a:spcBef>
                <a:spcPts val="500"/>
              </a:spcBef>
              <a:spcAft>
                <a:spcPts val="600"/>
              </a:spcAft>
            </a:pPr>
            <a:endParaRPr lang="en-US" sz="1800">
              <a:solidFill>
                <a:schemeClr val="tx1"/>
              </a:solidFill>
              <a:latin typeface="+mn-lt"/>
              <a:ea typeface="+mn-ea"/>
              <a:cs typeface="Arial" panose="020B0604020202020204"/>
            </a:endParaRPr>
          </a:p>
          <a:p>
            <a:pPr defTabSz="914400">
              <a:lnSpc>
                <a:spcPct val="110000"/>
              </a:lnSpc>
              <a:spcBef>
                <a:spcPts val="500"/>
              </a:spcBef>
              <a:spcAft>
                <a:spcPts val="600"/>
              </a:spcAft>
            </a:pPr>
            <a:endParaRPr lang="en-US" sz="200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1086848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85C02-4399-0A32-1353-91BA7FFF86E3}"/>
              </a:ext>
            </a:extLst>
          </p:cNvPr>
          <p:cNvSpPr txBox="1">
            <a:spLocks/>
          </p:cNvSpPr>
          <p:nvPr/>
        </p:nvSpPr>
        <p:spPr>
          <a:xfrm>
            <a:off x="1969803" y="808056"/>
            <a:ext cx="8608037"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dirty="0"/>
              <a:t>Take Legal action</a:t>
            </a:r>
          </a:p>
        </p:txBody>
      </p:sp>
      <p:pic>
        <p:nvPicPr>
          <p:cNvPr id="3" name="Graphic 2" descr="House">
            <a:extLst>
              <a:ext uri="{FF2B5EF4-FFF2-40B4-BE49-F238E27FC236}">
                <a16:creationId xmlns:a16="http://schemas.microsoft.com/office/drawing/2014/main" id="{D1959D55-7178-A03D-1C79-47F7A4644C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4" name="Title 1">
            <a:extLst>
              <a:ext uri="{FF2B5EF4-FFF2-40B4-BE49-F238E27FC236}">
                <a16:creationId xmlns:a16="http://schemas.microsoft.com/office/drawing/2014/main" id="{87BCB035-CF1A-86F5-A92B-0F0F66C5683B}"/>
              </a:ext>
            </a:extLst>
          </p:cNvPr>
          <p:cNvSpPr txBox="1">
            <a:spLocks/>
          </p:cNvSpPr>
          <p:nvPr/>
        </p:nvSpPr>
        <p:spPr>
          <a:xfrm>
            <a:off x="2147744" y="1716054"/>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defTabSz="914400">
              <a:lnSpc>
                <a:spcPct val="110000"/>
              </a:lnSpc>
              <a:spcBef>
                <a:spcPts val="500"/>
              </a:spcBef>
              <a:spcAft>
                <a:spcPts val="600"/>
              </a:spcAft>
              <a:buClr>
                <a:srgbClr val="8EC0C1"/>
              </a:buClr>
              <a:buSzPct val="90000"/>
              <a:buFont typeface="Arial"/>
              <a:buChar char="•"/>
            </a:pPr>
            <a:r>
              <a:rPr lang="en-US" sz="1800" dirty="0">
                <a:solidFill>
                  <a:schemeClr val="tx1"/>
                </a:solidFill>
                <a:latin typeface="+mn-lt"/>
                <a:ea typeface="+mn-ea"/>
                <a:cs typeface="Arial" panose="020B0604020202020204"/>
              </a:rPr>
              <a:t>Vote on propositions related to data center development </a:t>
            </a:r>
          </a:p>
          <a:p>
            <a:pPr defTabSz="914400">
              <a:lnSpc>
                <a:spcPct val="110000"/>
              </a:lnSpc>
              <a:spcBef>
                <a:spcPts val="500"/>
              </a:spcBef>
              <a:spcAft>
                <a:spcPts val="600"/>
              </a:spcAft>
            </a:pPr>
            <a:endParaRPr lang="en-US" sz="2000" dirty="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1919881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82FA-9635-9BB1-700C-314CD430AD7C}"/>
              </a:ext>
            </a:extLst>
          </p:cNvPr>
          <p:cNvSpPr txBox="1">
            <a:spLocks/>
          </p:cNvSpPr>
          <p:nvPr/>
        </p:nvSpPr>
        <p:spPr>
          <a:xfrm>
            <a:off x="1325933" y="836631"/>
            <a:ext cx="7958331" cy="1077229"/>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t>Objectives</a:t>
            </a:r>
          </a:p>
        </p:txBody>
      </p:sp>
      <p:sp>
        <p:nvSpPr>
          <p:cNvPr id="3" name="Content Placeholder 2">
            <a:extLst>
              <a:ext uri="{FF2B5EF4-FFF2-40B4-BE49-F238E27FC236}">
                <a16:creationId xmlns:a16="http://schemas.microsoft.com/office/drawing/2014/main" id="{32E9113A-D702-18A3-DB5C-5964EC20E542}"/>
              </a:ext>
            </a:extLst>
          </p:cNvPr>
          <p:cNvSpPr txBox="1">
            <a:spLocks/>
          </p:cNvSpPr>
          <p:nvPr/>
        </p:nvSpPr>
        <p:spPr>
          <a:xfrm>
            <a:off x="1487724" y="1713462"/>
            <a:ext cx="7796540" cy="3997828"/>
          </a:xfrm>
          <a:prstGeom prst="rect">
            <a:avLst/>
          </a:prstGeom>
        </p:spPr>
        <p:txBody>
          <a:bodyPr/>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457200" indent="-457200">
              <a:buFont typeface="+mj-lt"/>
              <a:buAutoNum type="arabicPeriod"/>
            </a:pPr>
            <a:r>
              <a:rPr lang="en-US"/>
              <a:t>Identify source of electricity based on user inputs, and prepare appropriate datasets for further analysis</a:t>
            </a:r>
          </a:p>
          <a:p>
            <a:pPr marL="457200" indent="-457200">
              <a:buFont typeface="+mj-lt"/>
              <a:buAutoNum type="arabicPeriod"/>
            </a:pPr>
            <a:r>
              <a:rPr lang="en-US"/>
              <a:t>Merge and integrate datasets into the web app</a:t>
            </a:r>
          </a:p>
          <a:p>
            <a:pPr marL="457200" indent="-457200">
              <a:buFont typeface="+mj-lt"/>
              <a:buAutoNum type="arabicPeriod"/>
            </a:pPr>
            <a:r>
              <a:rPr lang="en-US"/>
              <a:t>Analyze and derive insights from the data</a:t>
            </a:r>
          </a:p>
          <a:p>
            <a:pPr marL="457200" indent="-457200">
              <a:buFont typeface="+mj-lt"/>
              <a:buAutoNum type="arabicPeriod"/>
            </a:pPr>
            <a:r>
              <a:rPr lang="en-US"/>
              <a:t>Show numeric outputs, and tables based on the user input</a:t>
            </a:r>
          </a:p>
          <a:p>
            <a:pPr marL="457200" indent="-457200">
              <a:buFont typeface="+mj-lt"/>
              <a:buAutoNum type="arabicPeriod"/>
            </a:pPr>
            <a:r>
              <a:rPr lang="en-US"/>
              <a:t>Create visualization such as graphs and charts that clearly display these insights</a:t>
            </a:r>
          </a:p>
          <a:p>
            <a:pPr marL="457200" indent="-457200">
              <a:buFont typeface="+mj-lt"/>
              <a:buAutoNum type="arabicPeriod"/>
            </a:pPr>
            <a:r>
              <a:rPr lang="en-US"/>
              <a:t>Provide predictions based on previous trends.</a:t>
            </a:r>
          </a:p>
          <a:p>
            <a:endParaRPr lang="en-US"/>
          </a:p>
        </p:txBody>
      </p:sp>
    </p:spTree>
    <p:extLst>
      <p:ext uri="{BB962C8B-B14F-4D97-AF65-F5344CB8AC3E}">
        <p14:creationId xmlns:p14="http://schemas.microsoft.com/office/powerpoint/2010/main" val="58861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80C2-40BE-EC97-D381-AE1F9B258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52374-3D0D-94F0-4959-16BFDA371C16}"/>
              </a:ext>
            </a:extLst>
          </p:cNvPr>
          <p:cNvSpPr txBox="1">
            <a:spLocks/>
          </p:cNvSpPr>
          <p:nvPr/>
        </p:nvSpPr>
        <p:spPr>
          <a:xfrm>
            <a:off x="1325933" y="836631"/>
            <a:ext cx="7958331" cy="1077229"/>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cs typeface="Arial"/>
              </a:rPr>
              <a:t>Course Skills Used:</a:t>
            </a:r>
            <a:endParaRPr lang="en-US"/>
          </a:p>
        </p:txBody>
      </p:sp>
      <p:sp>
        <p:nvSpPr>
          <p:cNvPr id="3" name="Content Placeholder 2">
            <a:extLst>
              <a:ext uri="{FF2B5EF4-FFF2-40B4-BE49-F238E27FC236}">
                <a16:creationId xmlns:a16="http://schemas.microsoft.com/office/drawing/2014/main" id="{B31DBF1D-9CE1-BD77-E7F0-ACE7FBA59419}"/>
              </a:ext>
            </a:extLst>
          </p:cNvPr>
          <p:cNvSpPr txBox="1">
            <a:spLocks/>
          </p:cNvSpPr>
          <p:nvPr/>
        </p:nvSpPr>
        <p:spPr>
          <a:xfrm>
            <a:off x="1478543" y="1716267"/>
            <a:ext cx="7807123" cy="428357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cs typeface="Arial"/>
              </a:rPr>
              <a:t>Using API’s</a:t>
            </a:r>
          </a:p>
          <a:p>
            <a:pPr marL="344170" indent="-337820">
              <a:buFont typeface="Wingdings" panose="020B0604020202020204"/>
              <a:buChar char="§"/>
            </a:pPr>
            <a:r>
              <a:rPr lang="en-US">
                <a:cs typeface="Arial"/>
              </a:rPr>
              <a:t>Merging Data</a:t>
            </a:r>
          </a:p>
          <a:p>
            <a:pPr marL="344170" indent="-337820">
              <a:buFont typeface="Wingdings" panose="020B0604020202020204"/>
              <a:buChar char="§"/>
            </a:pPr>
            <a:r>
              <a:rPr lang="en-US">
                <a:cs typeface="Arial"/>
              </a:rPr>
              <a:t>Cleaning Data</a:t>
            </a:r>
          </a:p>
          <a:p>
            <a:pPr marL="344170" indent="-337820">
              <a:buFont typeface="Wingdings" panose="020B0604020202020204"/>
              <a:buChar char="§"/>
            </a:pPr>
            <a:r>
              <a:rPr lang="en-US">
                <a:cs typeface="Arial"/>
              </a:rPr>
              <a:t>Working with time series </a:t>
            </a:r>
          </a:p>
          <a:p>
            <a:pPr marL="344170" indent="-337820">
              <a:buFont typeface="Wingdings" panose="020B0604020202020204"/>
              <a:buChar char="§"/>
            </a:pPr>
            <a:r>
              <a:rPr lang="en-US">
                <a:cs typeface="Arial"/>
              </a:rPr>
              <a:t>Working with rolling windows and filling in values</a:t>
            </a:r>
          </a:p>
          <a:p>
            <a:pPr marL="344170" indent="-337820">
              <a:buFont typeface="Wingdings" panose="020B0604020202020204"/>
              <a:buChar char="§"/>
            </a:pPr>
            <a:r>
              <a:rPr lang="en-US">
                <a:cs typeface="Arial"/>
              </a:rPr>
              <a:t>Visualizing trends</a:t>
            </a:r>
          </a:p>
          <a:p>
            <a:pPr marL="344170" indent="-337820">
              <a:buFont typeface="Wingdings" panose="020B0604020202020204"/>
              <a:buChar char="§"/>
            </a:pPr>
            <a:r>
              <a:rPr lang="en-US">
                <a:cs typeface="Arial"/>
              </a:rPr>
              <a:t>Making graphs </a:t>
            </a:r>
          </a:p>
          <a:p>
            <a:pPr marL="344170" indent="-337820">
              <a:buFont typeface="Wingdings" panose="020B0604020202020204"/>
              <a:buChar char="§"/>
            </a:pPr>
            <a:r>
              <a:rPr lang="en-US">
                <a:cs typeface="Arial"/>
              </a:rPr>
              <a:t>Creating predictions. </a:t>
            </a:r>
          </a:p>
          <a:p>
            <a:pPr marL="457200" indent="-457200">
              <a:buFont typeface="Wingdings" panose="020B0604020202020204"/>
              <a:buChar char="§"/>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768239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9036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91014-0F1B-74AB-0A9E-8B9F6DB32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DEEB2-4E17-BE22-63BD-ABD39565B82C}"/>
              </a:ext>
            </a:extLst>
          </p:cNvPr>
          <p:cNvSpPr txBox="1">
            <a:spLocks/>
          </p:cNvSpPr>
          <p:nvPr/>
        </p:nvSpPr>
        <p:spPr>
          <a:xfrm>
            <a:off x="1325933" y="286298"/>
            <a:ext cx="7958331" cy="1077229"/>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cs typeface="Arial"/>
              </a:rPr>
              <a:t>Future Work:</a:t>
            </a:r>
            <a:endParaRPr lang="en-US"/>
          </a:p>
        </p:txBody>
      </p:sp>
      <p:sp>
        <p:nvSpPr>
          <p:cNvPr id="3" name="Content Placeholder 2">
            <a:extLst>
              <a:ext uri="{FF2B5EF4-FFF2-40B4-BE49-F238E27FC236}">
                <a16:creationId xmlns:a16="http://schemas.microsoft.com/office/drawing/2014/main" id="{9E2E31EF-E293-51C5-A46B-E064A2807F2E}"/>
              </a:ext>
            </a:extLst>
          </p:cNvPr>
          <p:cNvSpPr txBox="1">
            <a:spLocks/>
          </p:cNvSpPr>
          <p:nvPr/>
        </p:nvSpPr>
        <p:spPr>
          <a:xfrm>
            <a:off x="1328974" y="905940"/>
            <a:ext cx="7807123" cy="241032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cs typeface="Arial"/>
              </a:rPr>
              <a:t>Fine tuning predictive modeling features</a:t>
            </a:r>
          </a:p>
          <a:p>
            <a:pPr marL="344170" indent="-337820">
              <a:buFont typeface="Wingdings" panose="020B0604020202020204"/>
            </a:pPr>
            <a:r>
              <a:rPr lang="en-US">
                <a:cs typeface="Arial"/>
              </a:rPr>
              <a:t>Fine tuning web interface for mobile use.</a:t>
            </a:r>
          </a:p>
          <a:p>
            <a:pPr marL="344170" indent="-337820">
              <a:buFont typeface="Wingdings" panose="020B0604020202020204"/>
            </a:pPr>
            <a:r>
              <a:rPr lang="en-US">
                <a:cs typeface="Arial"/>
              </a:rPr>
              <a:t>Adding Carbon emission features.</a:t>
            </a:r>
            <a:endParaRPr lang="en-US"/>
          </a:p>
          <a:p>
            <a:pPr marL="344170" indent="-337820">
              <a:buFont typeface="Wingdings" panose="020B0604020202020204"/>
            </a:pPr>
            <a:r>
              <a:rPr lang="en-US">
                <a:cs typeface="Arial"/>
              </a:rPr>
              <a:t>Creating Home Usage page to track more specific household consumption metrics</a:t>
            </a:r>
          </a:p>
          <a:p>
            <a:pPr marL="344170" indent="-337820">
              <a:buFont typeface="Wingdings" panose="020B0604020202020204"/>
            </a:pPr>
            <a:endParaRPr lang="en-US">
              <a:cs typeface="Arial"/>
            </a:endParaRP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pic>
        <p:nvPicPr>
          <p:cNvPr id="4" name="Picture 3" descr="A screenshot of a computer&#10;&#10;AI-generated content may be incorrect.">
            <a:extLst>
              <a:ext uri="{FF2B5EF4-FFF2-40B4-BE49-F238E27FC236}">
                <a16:creationId xmlns:a16="http://schemas.microsoft.com/office/drawing/2014/main" id="{49732AB5-16E1-ADD6-3F2B-29EF35087554}"/>
              </a:ext>
            </a:extLst>
          </p:cNvPr>
          <p:cNvPicPr>
            <a:picLocks noChangeAspect="1"/>
          </p:cNvPicPr>
          <p:nvPr/>
        </p:nvPicPr>
        <p:blipFill>
          <a:blip r:embed="rId2"/>
          <a:stretch>
            <a:fillRect/>
          </a:stretch>
        </p:blipFill>
        <p:spPr>
          <a:xfrm>
            <a:off x="1461349" y="3789871"/>
            <a:ext cx="6200775" cy="2560109"/>
          </a:xfrm>
          <a:prstGeom prst="rect">
            <a:avLst/>
          </a:prstGeom>
        </p:spPr>
      </p:pic>
      <p:sp>
        <p:nvSpPr>
          <p:cNvPr id="5" name="TextBox 4">
            <a:extLst>
              <a:ext uri="{FF2B5EF4-FFF2-40B4-BE49-F238E27FC236}">
                <a16:creationId xmlns:a16="http://schemas.microsoft.com/office/drawing/2014/main" id="{5FB18327-B3C1-E30C-A90E-A9868B476166}"/>
              </a:ext>
            </a:extLst>
          </p:cNvPr>
          <p:cNvSpPr txBox="1"/>
          <p:nvPr/>
        </p:nvSpPr>
        <p:spPr>
          <a:xfrm>
            <a:off x="1460500" y="342466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Example Preview:</a:t>
            </a:r>
            <a:endParaRPr lang="en-US"/>
          </a:p>
        </p:txBody>
      </p:sp>
    </p:spTree>
    <p:extLst>
      <p:ext uri="{BB962C8B-B14F-4D97-AF65-F5344CB8AC3E}">
        <p14:creationId xmlns:p14="http://schemas.microsoft.com/office/powerpoint/2010/main" val="1458922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0628-22D9-AFCC-C8A8-940F18AFE9CA}"/>
              </a:ext>
            </a:extLst>
          </p:cNvPr>
          <p:cNvSpPr txBox="1">
            <a:spLocks/>
          </p:cNvSpPr>
          <p:nvPr/>
        </p:nvSpPr>
        <p:spPr>
          <a:xfrm>
            <a:off x="1325933" y="1566881"/>
            <a:ext cx="7958331" cy="1077229"/>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cs typeface="Arial"/>
              </a:rPr>
              <a:t>Personal Links:</a:t>
            </a:r>
            <a:endParaRPr lang="en-US"/>
          </a:p>
        </p:txBody>
      </p:sp>
      <p:sp>
        <p:nvSpPr>
          <p:cNvPr id="3" name="Content Placeholder 2">
            <a:extLst>
              <a:ext uri="{FF2B5EF4-FFF2-40B4-BE49-F238E27FC236}">
                <a16:creationId xmlns:a16="http://schemas.microsoft.com/office/drawing/2014/main" id="{EA325F0C-3FB6-FC4B-47DC-4BAF874A8E47}"/>
              </a:ext>
            </a:extLst>
          </p:cNvPr>
          <p:cNvSpPr txBox="1">
            <a:spLocks/>
          </p:cNvSpPr>
          <p:nvPr/>
        </p:nvSpPr>
        <p:spPr>
          <a:xfrm>
            <a:off x="1328974" y="2334690"/>
            <a:ext cx="7807123" cy="241032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ea typeface="+mn-lt"/>
                <a:cs typeface="+mn-lt"/>
              </a:rPr>
              <a:t>Link to functional web app, hosted through posit </a:t>
            </a:r>
            <a:r>
              <a:rPr lang="en-US">
                <a:ea typeface="+mn-lt"/>
                <a:cs typeface="+mn-lt"/>
                <a:hlinkClick r:id="rId2"/>
              </a:rPr>
              <a:t>https://feliperestrepo101.shinyapps.io/shinyproject/</a:t>
            </a:r>
            <a:r>
              <a:rPr lang="en-US">
                <a:cs typeface="Arial"/>
              </a:rPr>
              <a:t>     </a:t>
            </a:r>
          </a:p>
          <a:p>
            <a:pPr marL="344170" indent="-337820">
              <a:buFont typeface="Wingdings" panose="020B0604020202020204"/>
              <a:buChar char="§"/>
            </a:pPr>
            <a:r>
              <a:rPr lang="en-US">
                <a:cs typeface="Arial"/>
              </a:rPr>
              <a:t>Contains open-source code for the app, and version history with technical documentation </a:t>
            </a:r>
            <a:r>
              <a:rPr lang="en-US">
                <a:cs typeface="Arial"/>
                <a:hlinkClick r:id="rId3"/>
              </a:rPr>
              <a:t>https://github.com/FelipeRestrepo101/HomeEnergySources</a:t>
            </a:r>
            <a:r>
              <a:rPr lang="en-US">
                <a:cs typeface="Arial"/>
              </a:rPr>
              <a:t>  </a:t>
            </a:r>
          </a:p>
          <a:p>
            <a:pPr marL="344170" indent="-337820">
              <a:buFont typeface="Wingdings" panose="020B0604020202020204"/>
              <a:buChar char="§"/>
            </a:pPr>
            <a:endParaRPr lang="en-US">
              <a:cs typeface="Arial"/>
            </a:endParaRP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1199940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489D3-FA11-EBD1-1FDC-65622B3FE989}"/>
              </a:ext>
            </a:extLst>
          </p:cNvPr>
          <p:cNvSpPr txBox="1">
            <a:spLocks/>
          </p:cNvSpPr>
          <p:nvPr/>
        </p:nvSpPr>
        <p:spPr>
          <a:xfrm>
            <a:off x="1325933" y="277342"/>
            <a:ext cx="7958331" cy="715768"/>
          </a:xfrm>
          <a:prstGeom prst="rect">
            <a:avLst/>
          </a:prstGeom>
        </p:spPr>
        <p:txBody>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a:cs typeface="Arial"/>
              </a:rPr>
              <a:t>Sources:</a:t>
            </a:r>
            <a:endParaRPr lang="en-US"/>
          </a:p>
        </p:txBody>
      </p:sp>
      <p:sp>
        <p:nvSpPr>
          <p:cNvPr id="3" name="Content Placeholder 2">
            <a:extLst>
              <a:ext uri="{FF2B5EF4-FFF2-40B4-BE49-F238E27FC236}">
                <a16:creationId xmlns:a16="http://schemas.microsoft.com/office/drawing/2014/main" id="{1A1DFB42-D5C7-396E-54A0-1C45DFAC2D1E}"/>
              </a:ext>
            </a:extLst>
          </p:cNvPr>
          <p:cNvSpPr txBox="1">
            <a:spLocks/>
          </p:cNvSpPr>
          <p:nvPr/>
        </p:nvSpPr>
        <p:spPr>
          <a:xfrm>
            <a:off x="1328974" y="827577"/>
            <a:ext cx="7807123" cy="521004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sz="1600">
                <a:cs typeface="Arial"/>
              </a:rPr>
              <a:t>EIA website grid monitor</a:t>
            </a:r>
          </a:p>
          <a:p>
            <a:pPr marL="795020" lvl="1" indent="-337820">
              <a:buFont typeface="Wingdings" panose="020B0604020202020204"/>
              <a:buChar char="§"/>
            </a:pPr>
            <a:r>
              <a:rPr lang="en-US" sz="1600">
                <a:cs typeface="Arial"/>
                <a:hlinkClick r:id="rId2"/>
              </a:rPr>
              <a:t>https://www.eia.gov/electricity/gridmonitor/dashboard/electric_overview/US48/US48</a:t>
            </a:r>
            <a:r>
              <a:rPr lang="en-US" sz="1600">
                <a:cs typeface="Arial"/>
              </a:rPr>
              <a:t> </a:t>
            </a:r>
          </a:p>
          <a:p>
            <a:pPr marL="344170" indent="-337820"/>
            <a:r>
              <a:rPr lang="en-US" sz="1600">
                <a:ea typeface="+mn-lt"/>
                <a:cs typeface="+mn-lt"/>
              </a:rPr>
              <a:t>API Browser</a:t>
            </a:r>
          </a:p>
          <a:p>
            <a:pPr marL="795020" lvl="1" indent="-337820"/>
            <a:r>
              <a:rPr lang="en-US" sz="1400">
                <a:ea typeface="+mn-lt"/>
                <a:cs typeface="+mn-lt"/>
                <a:hlinkClick r:id="rId3"/>
              </a:rPr>
              <a:t>https://www.eia.gov/opendata/browser/</a:t>
            </a:r>
            <a:r>
              <a:rPr lang="en-US" sz="1400">
                <a:ea typeface="+mn-lt"/>
                <a:cs typeface="+mn-lt"/>
              </a:rPr>
              <a:t> </a:t>
            </a:r>
            <a:endParaRPr lang="en-US" sz="1400">
              <a:cs typeface="Arial" panose="020B0604020202020204"/>
            </a:endParaRPr>
          </a:p>
          <a:p>
            <a:pPr marL="344170" indent="-337820"/>
            <a:r>
              <a:rPr lang="en-US" sz="1600">
                <a:cs typeface="Arial" panose="020B0604020202020204"/>
              </a:rPr>
              <a:t>Ce5.3 data for average household energy consumption by state</a:t>
            </a:r>
            <a:endParaRPr lang="en-US"/>
          </a:p>
          <a:p>
            <a:pPr marL="795020" lvl="1" indent="-337820"/>
            <a:r>
              <a:rPr lang="en-US" sz="1600">
                <a:cs typeface="Arial"/>
                <a:hlinkClick r:id="rId4"/>
              </a:rPr>
              <a:t>https://www.eia.gov/consumption/residential/data/2020/index.php?view=state#ce</a:t>
            </a:r>
            <a:endParaRPr lang="en-US" sz="1600">
              <a:cs typeface="Arial"/>
            </a:endParaRPr>
          </a:p>
          <a:p>
            <a:pPr marL="795020" lvl="1" indent="-337820"/>
            <a:r>
              <a:rPr lang="en-US" sz="1600">
                <a:cs typeface="Arial"/>
                <a:hlinkClick r:id="rId5"/>
              </a:rPr>
              <a:t>https://www.eia.gov/consumption/residential/data/2020/state/pdf/ce5.3.st.pdf</a:t>
            </a:r>
            <a:r>
              <a:rPr lang="en-US" sz="1600">
                <a:cs typeface="Arial"/>
              </a:rPr>
              <a:t> </a:t>
            </a:r>
          </a:p>
          <a:p>
            <a:pPr marL="344170" indent="-337820">
              <a:buFont typeface="Wingdings" panose="020B0604020202020204"/>
              <a:buChar char="§"/>
            </a:pPr>
            <a:r>
              <a:rPr lang="en-US" sz="1600">
                <a:cs typeface="Arial"/>
              </a:rPr>
              <a:t>zip codes (2023)</a:t>
            </a:r>
            <a:endParaRPr lang="en-US" sz="1600">
              <a:ea typeface="+mn-lt"/>
              <a:cs typeface="+mn-lt"/>
            </a:endParaRPr>
          </a:p>
          <a:p>
            <a:pPr marL="795020" lvl="1" indent="-337820">
              <a:buFont typeface="Wingdings" panose="020B0604020202020204"/>
              <a:buChar char="§"/>
            </a:pPr>
            <a:r>
              <a:rPr lang="en-US" sz="1600">
                <a:ea typeface="+mn-lt"/>
                <a:cs typeface="+mn-lt"/>
                <a:hlinkClick r:id="rId6"/>
              </a:rPr>
              <a:t>https://catalog.data.gov/dataset/u-s-electric-utility-companies-and-rates-look-up-by-zipcode-2023</a:t>
            </a:r>
            <a:endParaRPr lang="en-US" sz="1600">
              <a:cs typeface="Arial"/>
            </a:endParaRPr>
          </a:p>
          <a:p>
            <a:pPr marL="344170" indent="-337820">
              <a:buFont typeface="Wingdings" panose="020B0604020202020204"/>
              <a:buChar char="§"/>
            </a:pPr>
            <a:endParaRPr lang="en-US">
              <a:cs typeface="Arial"/>
            </a:endParaRPr>
          </a:p>
          <a:p>
            <a:pPr marL="457200" indent="-457200">
              <a:buFont typeface="Wingdings" panose="020B0604020202020204"/>
              <a:buChar char="§"/>
            </a:pPr>
            <a:endParaRPr lang="en-US">
              <a:cs typeface="Arial"/>
            </a:endParaRPr>
          </a:p>
          <a:p>
            <a:pPr marL="344170" indent="-337820">
              <a:buFont typeface="Wingdings" panose="05000000000000000000" pitchFamily="2" charset="2"/>
              <a:buChar char="§"/>
            </a:pPr>
            <a:endParaRPr lang="en-US">
              <a:cs typeface="Arial"/>
            </a:endParaRPr>
          </a:p>
        </p:txBody>
      </p:sp>
    </p:spTree>
    <p:extLst>
      <p:ext uri="{BB962C8B-B14F-4D97-AF65-F5344CB8AC3E}">
        <p14:creationId xmlns:p14="http://schemas.microsoft.com/office/powerpoint/2010/main" val="413852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4299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768E9FE-37A8-4ADA-8480-2787D1D80DCE}">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AFCE790-88DF-4DEC-839D-A9D4B1EDE416}">
  <we:reference id="wa200005669" version="2.0.0.0" store="en-US" storeType="omex"/>
  <we:alternateReferences>
    <we:reference id="wa200005669" version="2.0.0.0" store="omex"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09C91D6986A084489A3CC0BB4E8E6D5" ma:contentTypeVersion="5" ma:contentTypeDescription="Create a new document." ma:contentTypeScope="" ma:versionID="980eb2655c4c55ec26797d6bfa7fe274">
  <xsd:schema xmlns:xsd="http://www.w3.org/2001/XMLSchema" xmlns:xs="http://www.w3.org/2001/XMLSchema" xmlns:p="http://schemas.microsoft.com/office/2006/metadata/properties" xmlns:ns3="573c176d-da9f-4f40-83b3-3bcb28a0c65e" targetNamespace="http://schemas.microsoft.com/office/2006/metadata/properties" ma:root="true" ma:fieldsID="d19de427f68107296fdbb9f6a0cb5ea7" ns3:_="">
    <xsd:import namespace="573c176d-da9f-4f40-83b3-3bcb28a0c65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3c176d-da9f-4f40-83b3-3bcb28a0c6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9D2970-E6C1-4CE7-B1B8-41742E053A0D}">
  <ds:schemaRefs>
    <ds:schemaRef ds:uri="573c176d-da9f-4f40-83b3-3bcb28a0c65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A9153BB-BBD4-4DD5-B1D8-832E805DE8C6}">
  <ds:schemaRefs>
    <ds:schemaRef ds:uri="http://schemas.microsoft.com/sharepoint/v3/contenttype/forms"/>
  </ds:schemaRefs>
</ds:datastoreItem>
</file>

<file path=customXml/itemProps3.xml><?xml version="1.0" encoding="utf-8"?>
<ds:datastoreItem xmlns:ds="http://schemas.openxmlformats.org/officeDocument/2006/customXml" ds:itemID="{EB4A6261-C6FC-4859-81CC-98BAE2D7DFB7}">
  <ds:schemaRefs>
    <ds:schemaRef ds:uri="573c176d-da9f-4f40-83b3-3bcb28a0c6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Ion</Template>
  <TotalTime>71</TotalTime>
  <Words>734</Words>
  <Application>Microsoft Office PowerPoint</Application>
  <PresentationFormat>Widescreen</PresentationFormat>
  <Paragraphs>82</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DM Sans Medium</vt:lpstr>
      <vt:lpstr>MS Shell Dlg 2</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felipe restrepo</dc:creator>
  <cp:lastModifiedBy>Felipe Restrepo</cp:lastModifiedBy>
  <cp:revision>1</cp:revision>
  <dcterms:created xsi:type="dcterms:W3CDTF">2025-04-24T01:36:04Z</dcterms:created>
  <dcterms:modified xsi:type="dcterms:W3CDTF">2025-11-30T17:30:54Z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0x010100C09C91D6986A084489A3CC0BB4E8E6D5</vt:lpwstr>
  </property>
</Properties>
</file>