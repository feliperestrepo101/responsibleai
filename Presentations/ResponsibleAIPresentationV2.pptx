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56" r:id="rId4"/>
  </p:sldMasterIdLst>
  <p:notesMasterIdLst>
    <p:notesMasterId r:id="rId29"/>
  </p:notesMasterIdLst>
  <p:sldIdLst>
    <p:sldId id="256" r:id="rId5"/>
    <p:sldId id="303" r:id="rId6"/>
    <p:sldId id="304" r:id="rId7"/>
    <p:sldId id="305" r:id="rId8"/>
    <p:sldId id="323" r:id="rId9"/>
    <p:sldId id="326" r:id="rId10"/>
    <p:sldId id="324" r:id="rId11"/>
    <p:sldId id="328" r:id="rId12"/>
    <p:sldId id="329" r:id="rId13"/>
    <p:sldId id="330" r:id="rId14"/>
    <p:sldId id="331" r:id="rId15"/>
    <p:sldId id="325" r:id="rId16"/>
    <p:sldId id="308" r:id="rId17"/>
    <p:sldId id="320" r:id="rId18"/>
    <p:sldId id="321" r:id="rId19"/>
    <p:sldId id="322" r:id="rId20"/>
    <p:sldId id="312" r:id="rId21"/>
    <p:sldId id="311" r:id="rId22"/>
    <p:sldId id="313" r:id="rId23"/>
    <p:sldId id="309" r:id="rId24"/>
    <p:sldId id="307" r:id="rId25"/>
    <p:sldId id="314" r:id="rId26"/>
    <p:sldId id="315" r:id="rId27"/>
    <p:sldId id="33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3A31"/>
    <a:srgbClr val="3C2B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DCC9B7-699E-4372-99CF-E87E7723339A}" v="3" dt="2025-11-30T17:30:33.6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37" autoAdjust="0"/>
    <p:restoredTop sz="80900" autoAdjust="0"/>
  </p:normalViewPr>
  <p:slideViewPr>
    <p:cSldViewPr snapToGrid="0">
      <p:cViewPr varScale="1">
        <p:scale>
          <a:sx n="60" d="100"/>
          <a:sy n="60" d="100"/>
        </p:scale>
        <p:origin x="828" y="4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strepo,Felipe" userId="b75f12e2-536c-4746-b91a-77e5f7eb6e51" providerId="ADAL" clId="{6906C9F5-A252-4979-915D-DF3F6C4B4011}"/>
    <pc:docChg chg="undo custSel addSld delSld modSld sldOrd">
      <pc:chgData name="Restrepo,Felipe" userId="b75f12e2-536c-4746-b91a-77e5f7eb6e51" providerId="ADAL" clId="{6906C9F5-A252-4979-915D-DF3F6C4B4011}" dt="2025-11-30T17:30:49.770" v="1331"/>
      <pc:docMkLst>
        <pc:docMk/>
      </pc:docMkLst>
      <pc:sldChg chg="addSp delSp modSp mod modClrScheme chgLayout">
        <pc:chgData name="Restrepo,Felipe" userId="b75f12e2-536c-4746-b91a-77e5f7eb6e51" providerId="ADAL" clId="{6906C9F5-A252-4979-915D-DF3F6C4B4011}" dt="2025-11-21T20:13:01.439" v="43" actId="20577"/>
        <pc:sldMkLst>
          <pc:docMk/>
          <pc:sldMk cId="2963964124" sldId="256"/>
        </pc:sldMkLst>
        <pc:spChg chg="mod">
          <ac:chgData name="Restrepo,Felipe" userId="b75f12e2-536c-4746-b91a-77e5f7eb6e51" providerId="ADAL" clId="{6906C9F5-A252-4979-915D-DF3F6C4B4011}" dt="2025-11-21T20:13:01.439" v="43" actId="20577"/>
          <ac:spMkLst>
            <pc:docMk/>
            <pc:sldMk cId="2963964124" sldId="256"/>
            <ac:spMk id="2" creationId="{58191409-041C-9A9F-3D67-DD08939AB43A}"/>
          </ac:spMkLst>
        </pc:spChg>
      </pc:sldChg>
      <pc:sldChg chg="addSp modSp new ord">
        <pc:chgData name="Restrepo,Felipe" userId="b75f12e2-536c-4746-b91a-77e5f7eb6e51" providerId="ADAL" clId="{6906C9F5-A252-4979-915D-DF3F6C4B4011}" dt="2025-11-21T19:59:41.287" v="16"/>
        <pc:sldMkLst>
          <pc:docMk/>
          <pc:sldMk cId="1250256120" sldId="303"/>
        </pc:sldMkLst>
        <pc:spChg chg="add mod">
          <ac:chgData name="Restrepo,Felipe" userId="b75f12e2-536c-4746-b91a-77e5f7eb6e51" providerId="ADAL" clId="{6906C9F5-A252-4979-915D-DF3F6C4B4011}" dt="2025-11-21T19:59:41.287" v="16"/>
          <ac:spMkLst>
            <pc:docMk/>
            <pc:sldMk cId="1250256120" sldId="303"/>
            <ac:spMk id="2" creationId="{CCC2D6DC-5014-4987-B862-4C89FC88E972}"/>
          </ac:spMkLst>
        </pc:spChg>
        <pc:spChg chg="add mod">
          <ac:chgData name="Restrepo,Felipe" userId="b75f12e2-536c-4746-b91a-77e5f7eb6e51" providerId="ADAL" clId="{6906C9F5-A252-4979-915D-DF3F6C4B4011}" dt="2025-11-21T19:59:41.287" v="16"/>
          <ac:spMkLst>
            <pc:docMk/>
            <pc:sldMk cId="1250256120" sldId="303"/>
            <ac:spMk id="3" creationId="{12CBC0AB-1F10-91A3-717C-C91AE9F0A6B7}"/>
          </ac:spMkLst>
        </pc:spChg>
      </pc:sldChg>
      <pc:sldChg chg="addSp modSp add">
        <pc:chgData name="Restrepo,Felipe" userId="b75f12e2-536c-4746-b91a-77e5f7eb6e51" providerId="ADAL" clId="{6906C9F5-A252-4979-915D-DF3F6C4B4011}" dt="2025-11-21T20:00:01.430" v="17"/>
        <pc:sldMkLst>
          <pc:docMk/>
          <pc:sldMk cId="3791558631" sldId="304"/>
        </pc:sldMkLst>
        <pc:spChg chg="add mod">
          <ac:chgData name="Restrepo,Felipe" userId="b75f12e2-536c-4746-b91a-77e5f7eb6e51" providerId="ADAL" clId="{6906C9F5-A252-4979-915D-DF3F6C4B4011}" dt="2025-11-21T20:00:01.430" v="17"/>
          <ac:spMkLst>
            <pc:docMk/>
            <pc:sldMk cId="3791558631" sldId="304"/>
            <ac:spMk id="2" creationId="{FF2E9DFD-22A4-EBFE-2D5A-BDDFC040F58C}"/>
          </ac:spMkLst>
        </pc:spChg>
        <pc:spChg chg="add mod">
          <ac:chgData name="Restrepo,Felipe" userId="b75f12e2-536c-4746-b91a-77e5f7eb6e51" providerId="ADAL" clId="{6906C9F5-A252-4979-915D-DF3F6C4B4011}" dt="2025-11-21T20:00:01.430" v="17"/>
          <ac:spMkLst>
            <pc:docMk/>
            <pc:sldMk cId="3791558631" sldId="304"/>
            <ac:spMk id="3" creationId="{14505070-291D-28DA-1419-9D6A4B7318D4}"/>
          </ac:spMkLst>
        </pc:spChg>
      </pc:sldChg>
      <pc:sldChg chg="addSp modSp add">
        <pc:chgData name="Restrepo,Felipe" userId="b75f12e2-536c-4746-b91a-77e5f7eb6e51" providerId="ADAL" clId="{6906C9F5-A252-4979-915D-DF3F6C4B4011}" dt="2025-11-21T20:11:48.754" v="22"/>
        <pc:sldMkLst>
          <pc:docMk/>
          <pc:sldMk cId="2831665156" sldId="305"/>
        </pc:sldMkLst>
        <pc:spChg chg="add mod">
          <ac:chgData name="Restrepo,Felipe" userId="b75f12e2-536c-4746-b91a-77e5f7eb6e51" providerId="ADAL" clId="{6906C9F5-A252-4979-915D-DF3F6C4B4011}" dt="2025-11-21T20:11:48.754" v="22"/>
          <ac:spMkLst>
            <pc:docMk/>
            <pc:sldMk cId="2831665156" sldId="305"/>
            <ac:spMk id="4" creationId="{B1D60AE5-1AAA-EA9C-87A0-653FDC196D48}"/>
          </ac:spMkLst>
        </pc:spChg>
        <pc:spChg chg="add mod">
          <ac:chgData name="Restrepo,Felipe" userId="b75f12e2-536c-4746-b91a-77e5f7eb6e51" providerId="ADAL" clId="{6906C9F5-A252-4979-915D-DF3F6C4B4011}" dt="2025-11-21T20:11:48.754" v="22"/>
          <ac:spMkLst>
            <pc:docMk/>
            <pc:sldMk cId="2831665156" sldId="305"/>
            <ac:spMk id="5" creationId="{B969A845-20E6-BC66-E409-9603019467D2}"/>
          </ac:spMkLst>
        </pc:spChg>
      </pc:sldChg>
      <pc:sldChg chg="addSp modSp add">
        <pc:chgData name="Restrepo,Felipe" userId="b75f12e2-536c-4746-b91a-77e5f7eb6e51" providerId="ADAL" clId="{6906C9F5-A252-4979-915D-DF3F6C4B4011}" dt="2025-11-21T20:14:34.302" v="46"/>
        <pc:sldMkLst>
          <pc:docMk/>
          <pc:sldMk cId="1458922694" sldId="307"/>
        </pc:sldMkLst>
        <pc:spChg chg="add mod">
          <ac:chgData name="Restrepo,Felipe" userId="b75f12e2-536c-4746-b91a-77e5f7eb6e51" providerId="ADAL" clId="{6906C9F5-A252-4979-915D-DF3F6C4B4011}" dt="2025-11-21T20:14:34.302" v="46"/>
          <ac:spMkLst>
            <pc:docMk/>
            <pc:sldMk cId="1458922694" sldId="307"/>
            <ac:spMk id="2" creationId="{8E3DEEB2-4E17-BE22-63BD-ABD39565B82C}"/>
          </ac:spMkLst>
        </pc:spChg>
        <pc:spChg chg="add mod">
          <ac:chgData name="Restrepo,Felipe" userId="b75f12e2-536c-4746-b91a-77e5f7eb6e51" providerId="ADAL" clId="{6906C9F5-A252-4979-915D-DF3F6C4B4011}" dt="2025-11-21T20:14:34.302" v="46"/>
          <ac:spMkLst>
            <pc:docMk/>
            <pc:sldMk cId="1458922694" sldId="307"/>
            <ac:spMk id="3" creationId="{9E2E31EF-E293-51C5-A46B-E064A2807F2E}"/>
          </ac:spMkLst>
        </pc:spChg>
        <pc:spChg chg="add mod">
          <ac:chgData name="Restrepo,Felipe" userId="b75f12e2-536c-4746-b91a-77e5f7eb6e51" providerId="ADAL" clId="{6906C9F5-A252-4979-915D-DF3F6C4B4011}" dt="2025-11-21T20:14:34.302" v="46"/>
          <ac:spMkLst>
            <pc:docMk/>
            <pc:sldMk cId="1458922694" sldId="307"/>
            <ac:spMk id="5" creationId="{5FB18327-B3C1-E30C-A90E-A9868B476166}"/>
          </ac:spMkLst>
        </pc:spChg>
        <pc:picChg chg="add mod">
          <ac:chgData name="Restrepo,Felipe" userId="b75f12e2-536c-4746-b91a-77e5f7eb6e51" providerId="ADAL" clId="{6906C9F5-A252-4979-915D-DF3F6C4B4011}" dt="2025-11-21T20:14:34.302" v="46"/>
          <ac:picMkLst>
            <pc:docMk/>
            <pc:sldMk cId="1458922694" sldId="307"/>
            <ac:picMk id="4" creationId="{49732AB5-16E1-ADD6-3F2B-29EF35087554}"/>
          </ac:picMkLst>
        </pc:picChg>
      </pc:sldChg>
      <pc:sldChg chg="addSp delSp modSp add mod">
        <pc:chgData name="Restrepo,Felipe" userId="b75f12e2-536c-4746-b91a-77e5f7eb6e51" providerId="ADAL" clId="{6906C9F5-A252-4979-915D-DF3F6C4B4011}" dt="2025-11-21T21:10:12.395" v="1020" actId="20577"/>
        <pc:sldMkLst>
          <pc:docMk/>
          <pc:sldMk cId="968966259" sldId="308"/>
        </pc:sldMkLst>
        <pc:spChg chg="add">
          <ac:chgData name="Restrepo,Felipe" userId="b75f12e2-536c-4746-b91a-77e5f7eb6e51" providerId="ADAL" clId="{6906C9F5-A252-4979-915D-DF3F6C4B4011}" dt="2025-11-21T20:40:48.754" v="61"/>
          <ac:spMkLst>
            <pc:docMk/>
            <pc:sldMk cId="968966259" sldId="308"/>
            <ac:spMk id="5" creationId="{8CFD1E8C-9AD9-1AC7-9C7E-8AEE21EAB768}"/>
          </ac:spMkLst>
        </pc:spChg>
        <pc:spChg chg="add mod">
          <ac:chgData name="Restrepo,Felipe" userId="b75f12e2-536c-4746-b91a-77e5f7eb6e51" providerId="ADAL" clId="{6906C9F5-A252-4979-915D-DF3F6C4B4011}" dt="2025-11-21T20:40:54.441" v="62"/>
          <ac:spMkLst>
            <pc:docMk/>
            <pc:sldMk cId="968966259" sldId="308"/>
            <ac:spMk id="6" creationId="{F616D60B-ED78-CA65-30CE-AD758D34470C}"/>
          </ac:spMkLst>
        </pc:spChg>
        <pc:spChg chg="add mod">
          <ac:chgData name="Restrepo,Felipe" userId="b75f12e2-536c-4746-b91a-77e5f7eb6e51" providerId="ADAL" clId="{6906C9F5-A252-4979-915D-DF3F6C4B4011}" dt="2025-11-21T20:42:57.699" v="63"/>
          <ac:spMkLst>
            <pc:docMk/>
            <pc:sldMk cId="968966259" sldId="308"/>
            <ac:spMk id="7" creationId="{0515F0F8-F4B4-57CD-0BD6-09BEF676AEC5}"/>
          </ac:spMkLst>
        </pc:spChg>
        <pc:spChg chg="add mod">
          <ac:chgData name="Restrepo,Felipe" userId="b75f12e2-536c-4746-b91a-77e5f7eb6e51" providerId="ADAL" clId="{6906C9F5-A252-4979-915D-DF3F6C4B4011}" dt="2025-11-21T20:43:16.436" v="66"/>
          <ac:spMkLst>
            <pc:docMk/>
            <pc:sldMk cId="968966259" sldId="308"/>
            <ac:spMk id="8" creationId="{D71E7A78-AC0A-B62E-DEC2-955C4D60C6D4}"/>
          </ac:spMkLst>
        </pc:spChg>
        <pc:spChg chg="add mod">
          <ac:chgData name="Restrepo,Felipe" userId="b75f12e2-536c-4746-b91a-77e5f7eb6e51" providerId="ADAL" clId="{6906C9F5-A252-4979-915D-DF3F6C4B4011}" dt="2025-11-21T20:59:47.520" v="201"/>
          <ac:spMkLst>
            <pc:docMk/>
            <pc:sldMk cId="968966259" sldId="308"/>
            <ac:spMk id="9" creationId="{C2951275-5A7E-B714-25B8-ACF62A1D8A13}"/>
          </ac:spMkLst>
        </pc:spChg>
        <pc:spChg chg="add mod">
          <ac:chgData name="Restrepo,Felipe" userId="b75f12e2-536c-4746-b91a-77e5f7eb6e51" providerId="ADAL" clId="{6906C9F5-A252-4979-915D-DF3F6C4B4011}" dt="2025-11-21T21:02:34.099" v="346" actId="20577"/>
          <ac:spMkLst>
            <pc:docMk/>
            <pc:sldMk cId="968966259" sldId="308"/>
            <ac:spMk id="10" creationId="{D62FF205-BF24-3012-54F5-898DC729E0FA}"/>
          </ac:spMkLst>
        </pc:spChg>
        <pc:spChg chg="add mod">
          <ac:chgData name="Restrepo,Felipe" userId="b75f12e2-536c-4746-b91a-77e5f7eb6e51" providerId="ADAL" clId="{6906C9F5-A252-4979-915D-DF3F6C4B4011}" dt="2025-11-21T21:10:12.395" v="1020" actId="20577"/>
          <ac:spMkLst>
            <pc:docMk/>
            <pc:sldMk cId="968966259" sldId="308"/>
            <ac:spMk id="13" creationId="{80A70AD3-78A5-30B3-1768-17A8EC46CD4E}"/>
          </ac:spMkLst>
        </pc:spChg>
        <pc:picChg chg="add mod">
          <ac:chgData name="Restrepo,Felipe" userId="b75f12e2-536c-4746-b91a-77e5f7eb6e51" providerId="ADAL" clId="{6906C9F5-A252-4979-915D-DF3F6C4B4011}" dt="2025-11-21T21:07:47.768" v="629" actId="1076"/>
          <ac:picMkLst>
            <pc:docMk/>
            <pc:sldMk cId="968966259" sldId="308"/>
            <ac:picMk id="3" creationId="{B588EA38-0F5A-423E-27F1-8AB3D7F88723}"/>
          </ac:picMkLst>
        </pc:picChg>
        <pc:picChg chg="add mod">
          <ac:chgData name="Restrepo,Felipe" userId="b75f12e2-536c-4746-b91a-77e5f7eb6e51" providerId="ADAL" clId="{6906C9F5-A252-4979-915D-DF3F6C4B4011}" dt="2025-11-21T21:07:37.255" v="627" actId="1076"/>
          <ac:picMkLst>
            <pc:docMk/>
            <pc:sldMk cId="968966259" sldId="308"/>
            <ac:picMk id="12" creationId="{9ABE7D69-5472-0032-AA6A-029135B02E1C}"/>
          </ac:picMkLst>
        </pc:picChg>
      </pc:sldChg>
      <pc:sldChg chg="addSp modSp add">
        <pc:chgData name="Restrepo,Felipe" userId="b75f12e2-536c-4746-b91a-77e5f7eb6e51" providerId="ADAL" clId="{6906C9F5-A252-4979-915D-DF3F6C4B4011}" dt="2025-11-21T20:14:16.764" v="45"/>
        <pc:sldMkLst>
          <pc:docMk/>
          <pc:sldMk cId="768239311" sldId="309"/>
        </pc:sldMkLst>
        <pc:spChg chg="add mod">
          <ac:chgData name="Restrepo,Felipe" userId="b75f12e2-536c-4746-b91a-77e5f7eb6e51" providerId="ADAL" clId="{6906C9F5-A252-4979-915D-DF3F6C4B4011}" dt="2025-11-21T20:14:16.764" v="45"/>
          <ac:spMkLst>
            <pc:docMk/>
            <pc:sldMk cId="768239311" sldId="309"/>
            <ac:spMk id="2" creationId="{F5252374-3D0D-94F0-4959-16BFDA371C16}"/>
          </ac:spMkLst>
        </pc:spChg>
        <pc:spChg chg="add mod">
          <ac:chgData name="Restrepo,Felipe" userId="b75f12e2-536c-4746-b91a-77e5f7eb6e51" providerId="ADAL" clId="{6906C9F5-A252-4979-915D-DF3F6C4B4011}" dt="2025-11-21T20:14:16.764" v="45"/>
          <ac:spMkLst>
            <pc:docMk/>
            <pc:sldMk cId="768239311" sldId="309"/>
            <ac:spMk id="3" creationId="{B31DBF1D-9CE1-BD77-E7F0-ACE7FBA59419}"/>
          </ac:spMkLst>
        </pc:spChg>
      </pc:sldChg>
      <pc:sldChg chg="addSp modSp new">
        <pc:chgData name="Restrepo,Felipe" userId="b75f12e2-536c-4746-b91a-77e5f7eb6e51" providerId="ADAL" clId="{6906C9F5-A252-4979-915D-DF3F6C4B4011}" dt="2025-11-21T20:12:23.338" v="32"/>
        <pc:sldMkLst>
          <pc:docMk/>
          <pc:sldMk cId="2273246397" sldId="310"/>
        </pc:sldMkLst>
        <pc:spChg chg="add mod">
          <ac:chgData name="Restrepo,Felipe" userId="b75f12e2-536c-4746-b91a-77e5f7eb6e51" providerId="ADAL" clId="{6906C9F5-A252-4979-915D-DF3F6C4B4011}" dt="2025-11-21T20:12:23.338" v="32"/>
          <ac:spMkLst>
            <pc:docMk/>
            <pc:sldMk cId="2273246397" sldId="310"/>
            <ac:spMk id="2" creationId="{82890487-7CF6-F735-12B1-F74D1B40D938}"/>
          </ac:spMkLst>
        </pc:spChg>
        <pc:picChg chg="add mod">
          <ac:chgData name="Restrepo,Felipe" userId="b75f12e2-536c-4746-b91a-77e5f7eb6e51" providerId="ADAL" clId="{6906C9F5-A252-4979-915D-DF3F6C4B4011}" dt="2025-11-21T20:12:23.338" v="32"/>
          <ac:picMkLst>
            <pc:docMk/>
            <pc:sldMk cId="2273246397" sldId="310"/>
            <ac:picMk id="3" creationId="{31B8A407-BC0A-A81D-6252-5FDB25A87021}"/>
          </ac:picMkLst>
        </pc:picChg>
      </pc:sldChg>
      <pc:sldChg chg="addSp modSp new mod">
        <pc:chgData name="Restrepo,Felipe" userId="b75f12e2-536c-4746-b91a-77e5f7eb6e51" providerId="ADAL" clId="{6906C9F5-A252-4979-915D-DF3F6C4B4011}" dt="2025-11-30T17:30:42.604" v="1329" actId="20577"/>
        <pc:sldMkLst>
          <pc:docMk/>
          <pc:sldMk cId="1919881171" sldId="311"/>
        </pc:sldMkLst>
        <pc:spChg chg="add mod">
          <ac:chgData name="Restrepo,Felipe" userId="b75f12e2-536c-4746-b91a-77e5f7eb6e51" providerId="ADAL" clId="{6906C9F5-A252-4979-915D-DF3F6C4B4011}" dt="2025-11-30T17:30:28.892" v="1322" actId="20577"/>
          <ac:spMkLst>
            <pc:docMk/>
            <pc:sldMk cId="1919881171" sldId="311"/>
            <ac:spMk id="2" creationId="{8A985C02-4399-0A32-1353-91BA7FFF86E3}"/>
          </ac:spMkLst>
        </pc:spChg>
        <pc:spChg chg="add mod">
          <ac:chgData name="Restrepo,Felipe" userId="b75f12e2-536c-4746-b91a-77e5f7eb6e51" providerId="ADAL" clId="{6906C9F5-A252-4979-915D-DF3F6C4B4011}" dt="2025-11-30T17:30:42.604" v="1329" actId="20577"/>
          <ac:spMkLst>
            <pc:docMk/>
            <pc:sldMk cId="1919881171" sldId="311"/>
            <ac:spMk id="4" creationId="{87BCB035-CF1A-86F5-A92B-0F0F66C5683B}"/>
          </ac:spMkLst>
        </pc:spChg>
        <pc:picChg chg="add mod">
          <ac:chgData name="Restrepo,Felipe" userId="b75f12e2-536c-4746-b91a-77e5f7eb6e51" providerId="ADAL" clId="{6906C9F5-A252-4979-915D-DF3F6C4B4011}" dt="2025-11-21T20:12:30.316" v="33"/>
          <ac:picMkLst>
            <pc:docMk/>
            <pc:sldMk cId="1919881171" sldId="311"/>
            <ac:picMk id="3" creationId="{D1959D55-7178-A03D-1C79-47F7A4644C07}"/>
          </ac:picMkLst>
        </pc:picChg>
      </pc:sldChg>
      <pc:sldChg chg="addSp modSp new ord">
        <pc:chgData name="Restrepo,Felipe" userId="b75f12e2-536c-4746-b91a-77e5f7eb6e51" providerId="ADAL" clId="{6906C9F5-A252-4979-915D-DF3F6C4B4011}" dt="2025-11-30T17:30:49.770" v="1331"/>
        <pc:sldMkLst>
          <pc:docMk/>
          <pc:sldMk cId="1086848101" sldId="312"/>
        </pc:sldMkLst>
        <pc:spChg chg="add mod">
          <ac:chgData name="Restrepo,Felipe" userId="b75f12e2-536c-4746-b91a-77e5f7eb6e51" providerId="ADAL" clId="{6906C9F5-A252-4979-915D-DF3F6C4B4011}" dt="2025-11-21T20:12:39.693" v="34"/>
          <ac:spMkLst>
            <pc:docMk/>
            <pc:sldMk cId="1086848101" sldId="312"/>
            <ac:spMk id="2" creationId="{51EF7EB5-5ADF-D8BF-925F-992BDE15C8B6}"/>
          </ac:spMkLst>
        </pc:spChg>
        <pc:spChg chg="add mod">
          <ac:chgData name="Restrepo,Felipe" userId="b75f12e2-536c-4746-b91a-77e5f7eb6e51" providerId="ADAL" clId="{6906C9F5-A252-4979-915D-DF3F6C4B4011}" dt="2025-11-21T20:12:39.693" v="34"/>
          <ac:spMkLst>
            <pc:docMk/>
            <pc:sldMk cId="1086848101" sldId="312"/>
            <ac:spMk id="3" creationId="{55283032-CB30-EDC0-7329-14BBF7381E06}"/>
          </ac:spMkLst>
        </pc:spChg>
        <pc:spChg chg="add mod">
          <ac:chgData name="Restrepo,Felipe" userId="b75f12e2-536c-4746-b91a-77e5f7eb6e51" providerId="ADAL" clId="{6906C9F5-A252-4979-915D-DF3F6C4B4011}" dt="2025-11-21T20:12:39.693" v="34"/>
          <ac:spMkLst>
            <pc:docMk/>
            <pc:sldMk cId="1086848101" sldId="312"/>
            <ac:spMk id="5" creationId="{A455A1EB-0438-222C-D797-BCEEEFFAD706}"/>
          </ac:spMkLst>
        </pc:spChg>
        <pc:picChg chg="add mod">
          <ac:chgData name="Restrepo,Felipe" userId="b75f12e2-536c-4746-b91a-77e5f7eb6e51" providerId="ADAL" clId="{6906C9F5-A252-4979-915D-DF3F6C4B4011}" dt="2025-11-21T20:12:39.693" v="34"/>
          <ac:picMkLst>
            <pc:docMk/>
            <pc:sldMk cId="1086848101" sldId="312"/>
            <ac:picMk id="4" creationId="{E51B1367-B70C-0063-7B54-72776D44B804}"/>
          </ac:picMkLst>
        </pc:picChg>
      </pc:sldChg>
      <pc:sldChg chg="addSp modSp new">
        <pc:chgData name="Restrepo,Felipe" userId="b75f12e2-536c-4746-b91a-77e5f7eb6e51" providerId="ADAL" clId="{6906C9F5-A252-4979-915D-DF3F6C4B4011}" dt="2025-11-21T20:14:10.173" v="44"/>
        <pc:sldMkLst>
          <pc:docMk/>
          <pc:sldMk cId="588616543" sldId="313"/>
        </pc:sldMkLst>
        <pc:spChg chg="add mod">
          <ac:chgData name="Restrepo,Felipe" userId="b75f12e2-536c-4746-b91a-77e5f7eb6e51" providerId="ADAL" clId="{6906C9F5-A252-4979-915D-DF3F6C4B4011}" dt="2025-11-21T20:14:10.173" v="44"/>
          <ac:spMkLst>
            <pc:docMk/>
            <pc:sldMk cId="588616543" sldId="313"/>
            <ac:spMk id="2" creationId="{3B9482FA-9635-9BB1-700C-314CD430AD7C}"/>
          </ac:spMkLst>
        </pc:spChg>
        <pc:spChg chg="add mod">
          <ac:chgData name="Restrepo,Felipe" userId="b75f12e2-536c-4746-b91a-77e5f7eb6e51" providerId="ADAL" clId="{6906C9F5-A252-4979-915D-DF3F6C4B4011}" dt="2025-11-21T20:14:10.173" v="44"/>
          <ac:spMkLst>
            <pc:docMk/>
            <pc:sldMk cId="588616543" sldId="313"/>
            <ac:spMk id="3" creationId="{32E9113A-D702-18A3-DB5C-5964EC20E542}"/>
          </ac:spMkLst>
        </pc:spChg>
      </pc:sldChg>
      <pc:sldChg chg="addSp modSp new">
        <pc:chgData name="Restrepo,Felipe" userId="b75f12e2-536c-4746-b91a-77e5f7eb6e51" providerId="ADAL" clId="{6906C9F5-A252-4979-915D-DF3F6C4B4011}" dt="2025-11-21T20:14:45.675" v="49"/>
        <pc:sldMkLst>
          <pc:docMk/>
          <pc:sldMk cId="1199940311" sldId="314"/>
        </pc:sldMkLst>
        <pc:spChg chg="add mod">
          <ac:chgData name="Restrepo,Felipe" userId="b75f12e2-536c-4746-b91a-77e5f7eb6e51" providerId="ADAL" clId="{6906C9F5-A252-4979-915D-DF3F6C4B4011}" dt="2025-11-21T20:14:45.675" v="49"/>
          <ac:spMkLst>
            <pc:docMk/>
            <pc:sldMk cId="1199940311" sldId="314"/>
            <ac:spMk id="2" creationId="{F8700628-22D9-AFCC-C8A8-940F18AFE9CA}"/>
          </ac:spMkLst>
        </pc:spChg>
        <pc:spChg chg="add mod">
          <ac:chgData name="Restrepo,Felipe" userId="b75f12e2-536c-4746-b91a-77e5f7eb6e51" providerId="ADAL" clId="{6906C9F5-A252-4979-915D-DF3F6C4B4011}" dt="2025-11-21T20:14:45.675" v="49"/>
          <ac:spMkLst>
            <pc:docMk/>
            <pc:sldMk cId="1199940311" sldId="314"/>
            <ac:spMk id="3" creationId="{EA325F0C-3FB6-FC4B-47DC-4BAF874A8E47}"/>
          </ac:spMkLst>
        </pc:spChg>
      </pc:sldChg>
      <pc:sldChg chg="addSp modSp new">
        <pc:chgData name="Restrepo,Felipe" userId="b75f12e2-536c-4746-b91a-77e5f7eb6e51" providerId="ADAL" clId="{6906C9F5-A252-4979-915D-DF3F6C4B4011}" dt="2025-11-21T20:14:53.165" v="50"/>
        <pc:sldMkLst>
          <pc:docMk/>
          <pc:sldMk cId="4138522270" sldId="315"/>
        </pc:sldMkLst>
        <pc:spChg chg="add mod">
          <ac:chgData name="Restrepo,Felipe" userId="b75f12e2-536c-4746-b91a-77e5f7eb6e51" providerId="ADAL" clId="{6906C9F5-A252-4979-915D-DF3F6C4B4011}" dt="2025-11-21T20:14:53.165" v="50"/>
          <ac:spMkLst>
            <pc:docMk/>
            <pc:sldMk cId="4138522270" sldId="315"/>
            <ac:spMk id="2" creationId="{360489D3-FA11-EBD1-1FDC-65622B3FE989}"/>
          </ac:spMkLst>
        </pc:spChg>
        <pc:spChg chg="add mod">
          <ac:chgData name="Restrepo,Felipe" userId="b75f12e2-536c-4746-b91a-77e5f7eb6e51" providerId="ADAL" clId="{6906C9F5-A252-4979-915D-DF3F6C4B4011}" dt="2025-11-21T20:14:53.165" v="50"/>
          <ac:spMkLst>
            <pc:docMk/>
            <pc:sldMk cId="4138522270" sldId="315"/>
            <ac:spMk id="3" creationId="{1A1DFB42-D5C7-396E-54A0-1C45DFAC2D1E}"/>
          </ac:spMkLst>
        </pc:spChg>
      </pc:sldChg>
      <pc:sldChg chg="new">
        <pc:chgData name="Restrepo,Felipe" userId="b75f12e2-536c-4746-b91a-77e5f7eb6e51" providerId="ADAL" clId="{6906C9F5-A252-4979-915D-DF3F6C4B4011}" dt="2025-11-21T20:14:55.580" v="51" actId="680"/>
        <pc:sldMkLst>
          <pc:docMk/>
          <pc:sldMk cId="3881429954" sldId="316"/>
        </pc:sldMkLst>
      </pc:sldChg>
      <pc:sldChg chg="addSp modSp new">
        <pc:chgData name="Restrepo,Felipe" userId="b75f12e2-536c-4746-b91a-77e5f7eb6e51" providerId="ADAL" clId="{6906C9F5-A252-4979-915D-DF3F6C4B4011}" dt="2025-11-21T20:30:44.209" v="56"/>
        <pc:sldMkLst>
          <pc:docMk/>
          <pc:sldMk cId="1359036764" sldId="317"/>
        </pc:sldMkLst>
      </pc:sldChg>
      <pc:sldChg chg="addSp delSp modSp add mod">
        <pc:chgData name="Restrepo,Felipe" userId="b75f12e2-536c-4746-b91a-77e5f7eb6e51" providerId="ADAL" clId="{6906C9F5-A252-4979-915D-DF3F6C4B4011}" dt="2025-11-21T21:11:06.483" v="1023"/>
        <pc:sldMkLst>
          <pc:docMk/>
          <pc:sldMk cId="1406241547" sldId="318"/>
        </pc:sldMkLst>
        <pc:spChg chg="add mod">
          <ac:chgData name="Restrepo,Felipe" userId="b75f12e2-536c-4746-b91a-77e5f7eb6e51" providerId="ADAL" clId="{6906C9F5-A252-4979-915D-DF3F6C4B4011}" dt="2025-11-21T21:11:06.483" v="1023"/>
          <ac:spMkLst>
            <pc:docMk/>
            <pc:sldMk cId="1406241547" sldId="318"/>
            <ac:spMk id="5" creationId="{7AB4065E-6EDE-0A26-B7FF-5EC725280554}"/>
          </ac:spMkLst>
        </pc:spChg>
      </pc:sldChg>
      <pc:sldChg chg="addSp delSp modSp add mod ord">
        <pc:chgData name="Restrepo,Felipe" userId="b75f12e2-536c-4746-b91a-77e5f7eb6e51" providerId="ADAL" clId="{6906C9F5-A252-4979-915D-DF3F6C4B4011}" dt="2025-11-21T21:06:35.039" v="619" actId="948"/>
        <pc:sldMkLst>
          <pc:docMk/>
          <pc:sldMk cId="920323739" sldId="320"/>
        </pc:sldMkLst>
        <pc:spChg chg="mod">
          <ac:chgData name="Restrepo,Felipe" userId="b75f12e2-536c-4746-b91a-77e5f7eb6e51" providerId="ADAL" clId="{6906C9F5-A252-4979-915D-DF3F6C4B4011}" dt="2025-11-21T20:57:52.966" v="111" actId="27636"/>
          <ac:spMkLst>
            <pc:docMk/>
            <pc:sldMk cId="920323739" sldId="320"/>
            <ac:spMk id="2" creationId="{3E114C0B-05AF-E6B4-C6F9-73A28D0C4BF7}"/>
          </ac:spMkLst>
        </pc:spChg>
        <pc:spChg chg="add mod">
          <ac:chgData name="Restrepo,Felipe" userId="b75f12e2-536c-4746-b91a-77e5f7eb6e51" providerId="ADAL" clId="{6906C9F5-A252-4979-915D-DF3F6C4B4011}" dt="2025-11-21T21:01:35.278" v="309" actId="20577"/>
          <ac:spMkLst>
            <pc:docMk/>
            <pc:sldMk cId="920323739" sldId="320"/>
            <ac:spMk id="4" creationId="{181B6011-1D44-4DAA-EAB1-356F67F760B8}"/>
          </ac:spMkLst>
        </pc:spChg>
        <pc:spChg chg="add mod">
          <ac:chgData name="Restrepo,Felipe" userId="b75f12e2-536c-4746-b91a-77e5f7eb6e51" providerId="ADAL" clId="{6906C9F5-A252-4979-915D-DF3F6C4B4011}" dt="2025-11-21T21:06:35.039" v="619" actId="948"/>
          <ac:spMkLst>
            <pc:docMk/>
            <pc:sldMk cId="920323739" sldId="320"/>
            <ac:spMk id="9" creationId="{7CA7F7D7-579B-C3C0-4B8F-5CF65003442A}"/>
          </ac:spMkLst>
        </pc:spChg>
        <pc:picChg chg="mod">
          <ac:chgData name="Restrepo,Felipe" userId="b75f12e2-536c-4746-b91a-77e5f7eb6e51" providerId="ADAL" clId="{6906C9F5-A252-4979-915D-DF3F6C4B4011}" dt="2025-11-21T21:05:30.469" v="610" actId="1076"/>
          <ac:picMkLst>
            <pc:docMk/>
            <pc:sldMk cId="920323739" sldId="320"/>
            <ac:picMk id="1028" creationId="{BFE0C722-D30F-BDBA-D1F9-1BB0FC71626A}"/>
          </ac:picMkLst>
        </pc:picChg>
      </pc:sldChg>
      <pc:sldChg chg="modSp add mod ord">
        <pc:chgData name="Restrepo,Felipe" userId="b75f12e2-536c-4746-b91a-77e5f7eb6e51" providerId="ADAL" clId="{6906C9F5-A252-4979-915D-DF3F6C4B4011}" dt="2025-11-30T17:29:31.549" v="1268" actId="20577"/>
        <pc:sldMkLst>
          <pc:docMk/>
          <pc:sldMk cId="2754304993" sldId="321"/>
        </pc:sldMkLst>
        <pc:spChg chg="mod">
          <ac:chgData name="Restrepo,Felipe" userId="b75f12e2-536c-4746-b91a-77e5f7eb6e51" providerId="ADAL" clId="{6906C9F5-A252-4979-915D-DF3F6C4B4011}" dt="2025-11-30T17:29:31.549" v="1268" actId="20577"/>
          <ac:spMkLst>
            <pc:docMk/>
            <pc:sldMk cId="2754304993" sldId="321"/>
            <ac:spMk id="4" creationId="{E6EB910C-A6BF-E59A-53DF-5B5BB03905AA}"/>
          </ac:spMkLst>
        </pc:spChg>
      </pc:sldChg>
      <pc:sldChg chg="modSp add mod ord">
        <pc:chgData name="Restrepo,Felipe" userId="b75f12e2-536c-4746-b91a-77e5f7eb6e51" providerId="ADAL" clId="{6906C9F5-A252-4979-915D-DF3F6C4B4011}" dt="2025-11-30T17:30:21.017" v="1296" actId="21"/>
        <pc:sldMkLst>
          <pc:docMk/>
          <pc:sldMk cId="486304578" sldId="322"/>
        </pc:sldMkLst>
        <pc:spChg chg="mod">
          <ac:chgData name="Restrepo,Felipe" userId="b75f12e2-536c-4746-b91a-77e5f7eb6e51" providerId="ADAL" clId="{6906C9F5-A252-4979-915D-DF3F6C4B4011}" dt="2025-11-30T17:29:59.716" v="1293" actId="20577"/>
          <ac:spMkLst>
            <pc:docMk/>
            <pc:sldMk cId="486304578" sldId="322"/>
            <ac:spMk id="2" creationId="{B8AEE0E5-9CD0-3800-3414-EB10700B284C}"/>
          </ac:spMkLst>
        </pc:spChg>
        <pc:spChg chg="mod">
          <ac:chgData name="Restrepo,Felipe" userId="b75f12e2-536c-4746-b91a-77e5f7eb6e51" providerId="ADAL" clId="{6906C9F5-A252-4979-915D-DF3F6C4B4011}" dt="2025-11-30T17:30:21.017" v="1296" actId="21"/>
          <ac:spMkLst>
            <pc:docMk/>
            <pc:sldMk cId="486304578" sldId="322"/>
            <ac:spMk id="4" creationId="{B68BA0B5-EE1A-496B-031A-C22E59F747C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AD95E1-DAB6-4091-8EAD-397CF8A64E80}" type="datetimeFigureOut">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B76486-9CA9-4B07-91B7-E958CDC0541D}" type="slidenum">
              <a:t>‹#›</a:t>
            </a:fld>
            <a:endParaRPr lang="en-US"/>
          </a:p>
        </p:txBody>
      </p:sp>
    </p:spTree>
    <p:extLst>
      <p:ext uri="{BB962C8B-B14F-4D97-AF65-F5344CB8AC3E}">
        <p14:creationId xmlns:p14="http://schemas.microsoft.com/office/powerpoint/2010/main" val="31358474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63150-A164-F09F-F87F-D9618B9F08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455247-50D7-2F89-49B3-9C1B0468C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9F90FF-94BF-2710-B1B1-DED0A93863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50AF1B-3A3C-0180-A217-CD9C74BE5369}"/>
              </a:ext>
            </a:extLst>
          </p:cNvPr>
          <p:cNvSpPr>
            <a:spLocks noGrp="1"/>
          </p:cNvSpPr>
          <p:nvPr>
            <p:ph type="sldNum" sz="quarter" idx="5"/>
          </p:nvPr>
        </p:nvSpPr>
        <p:spPr/>
        <p:txBody>
          <a:bodyPr/>
          <a:lstStyle/>
          <a:p>
            <a:fld id="{F1B76486-9CA9-4B07-91B7-E958CDC0541D}" type="slidenum">
              <a:rPr lang="en-US" smtClean="0"/>
              <a:t>8</a:t>
            </a:fld>
            <a:endParaRPr lang="en-US"/>
          </a:p>
        </p:txBody>
      </p:sp>
    </p:spTree>
    <p:extLst>
      <p:ext uri="{BB962C8B-B14F-4D97-AF65-F5344CB8AC3E}">
        <p14:creationId xmlns:p14="http://schemas.microsoft.com/office/powerpoint/2010/main" val="36524851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53CCA-A92E-B1E7-57EB-5AF9557BEA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416F4A-044E-964F-0750-23E0629A9B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257A25-3459-4282-DD0E-7FAE527283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88F362-9C35-9FE2-AC66-B1F07FD975E9}"/>
              </a:ext>
            </a:extLst>
          </p:cNvPr>
          <p:cNvSpPr>
            <a:spLocks noGrp="1"/>
          </p:cNvSpPr>
          <p:nvPr>
            <p:ph type="sldNum" sz="quarter" idx="5"/>
          </p:nvPr>
        </p:nvSpPr>
        <p:spPr/>
        <p:txBody>
          <a:bodyPr/>
          <a:lstStyle/>
          <a:p>
            <a:fld id="{F1B76486-9CA9-4B07-91B7-E958CDC0541D}" type="slidenum">
              <a:rPr lang="en-US" smtClean="0"/>
              <a:t>9</a:t>
            </a:fld>
            <a:endParaRPr lang="en-US"/>
          </a:p>
        </p:txBody>
      </p:sp>
    </p:spTree>
    <p:extLst>
      <p:ext uri="{BB962C8B-B14F-4D97-AF65-F5344CB8AC3E}">
        <p14:creationId xmlns:p14="http://schemas.microsoft.com/office/powerpoint/2010/main" val="4212419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4FC95-0E44-AED5-B9BE-CB533FAC90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9053B0-A354-59FB-A74A-3AC0C5DFF1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E8103E-D2A7-DC95-C135-329CC5E10A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B4B455-3520-FA7D-BA06-BE7528B025E0}"/>
              </a:ext>
            </a:extLst>
          </p:cNvPr>
          <p:cNvSpPr>
            <a:spLocks noGrp="1"/>
          </p:cNvSpPr>
          <p:nvPr>
            <p:ph type="sldNum" sz="quarter" idx="5"/>
          </p:nvPr>
        </p:nvSpPr>
        <p:spPr/>
        <p:txBody>
          <a:bodyPr/>
          <a:lstStyle/>
          <a:p>
            <a:fld id="{F1B76486-9CA9-4B07-91B7-E958CDC0541D}" type="slidenum">
              <a:rPr lang="en-US" smtClean="0"/>
              <a:t>11</a:t>
            </a:fld>
            <a:endParaRPr lang="en-US"/>
          </a:p>
        </p:txBody>
      </p:sp>
    </p:spTree>
    <p:extLst>
      <p:ext uri="{BB962C8B-B14F-4D97-AF65-F5344CB8AC3E}">
        <p14:creationId xmlns:p14="http://schemas.microsoft.com/office/powerpoint/2010/main" val="2737289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1B76486-9CA9-4B07-91B7-E958CDC0541D}" type="slidenum">
              <a:rPr lang="en-US" smtClean="0"/>
              <a:t>13</a:t>
            </a:fld>
            <a:endParaRPr lang="en-US"/>
          </a:p>
        </p:txBody>
      </p:sp>
    </p:spTree>
    <p:extLst>
      <p:ext uri="{BB962C8B-B14F-4D97-AF65-F5344CB8AC3E}">
        <p14:creationId xmlns:p14="http://schemas.microsoft.com/office/powerpoint/2010/main" val="22897423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EF84D-C793-39EC-61D6-3083409CD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2DA7D1-C5DB-B430-40B9-9F24DE8A7B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D6A81-6187-71D5-9746-D6930CAE94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8F7720-BEFF-6BF6-5A06-2A3D76E9E627}"/>
              </a:ext>
            </a:extLst>
          </p:cNvPr>
          <p:cNvSpPr>
            <a:spLocks noGrp="1"/>
          </p:cNvSpPr>
          <p:nvPr>
            <p:ph type="sldNum" sz="quarter" idx="5"/>
          </p:nvPr>
        </p:nvSpPr>
        <p:spPr/>
        <p:txBody>
          <a:bodyPr/>
          <a:lstStyle/>
          <a:p>
            <a:fld id="{F1B76486-9CA9-4B07-91B7-E958CDC0541D}" type="slidenum">
              <a:rPr lang="en-US" smtClean="0"/>
              <a:t>14</a:t>
            </a:fld>
            <a:endParaRPr lang="en-US"/>
          </a:p>
        </p:txBody>
      </p:sp>
    </p:spTree>
    <p:extLst>
      <p:ext uri="{BB962C8B-B14F-4D97-AF65-F5344CB8AC3E}">
        <p14:creationId xmlns:p14="http://schemas.microsoft.com/office/powerpoint/2010/main" val="37702792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AB3A824-1A51-4B26-AD58-A6D8E14F6C04}" type="datetimeFigureOut">
              <a:rPr lang="en-US" dirty="0"/>
              <a:t>12/4/2025</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rIns="45720"/>
          <a:lstStyle/>
          <a:p>
            <a:fld id="{6D22F896-40B5-4ADD-8801-0D06FADFA095}" type="slidenum">
              <a:rPr lang="en-US" dirty="0"/>
              <a:t>‹#›</a:t>
            </a:fld>
            <a:endParaRPr lang="en-US"/>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a:solidFill>
                  <a:schemeClr val="accent6"/>
                </a:solidFill>
                <a:latin typeface="Wingdings 3" panose="05040102010807070707" pitchFamily="18" charset="2"/>
              </a:rPr>
              <a:t>z</a:t>
            </a:r>
            <a:endParaRPr lang="en-US" sz="24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271586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7D162C4-EDD9-4389-A98B-B87ECEA2A816}" type="datetimeFigureOut">
              <a:rPr lang="en-US" dirty="0"/>
              <a:t>12/4/2025</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7491705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US"/>
              <a:t>Click to edit Master title style</a:t>
            </a:r>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E5059C3-6A89-4494-99FF-5A4D6FFD50EB}" type="datetimeFigureOut">
              <a:rPr lang="en-US" dirty="0"/>
              <a:t>12/4/2025</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1781603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en-US"/>
              <a:t>Click to edit Master title style</a:t>
            </a:r>
          </a:p>
        </p:txBody>
      </p:sp>
      <p:sp>
        <p:nvSpPr>
          <p:cNvPr id="3" name="Content Placeholder 2"/>
          <p:cNvSpPr>
            <a:spLocks noGrp="1"/>
          </p:cNvSpPr>
          <p:nvPr>
            <p:ph sz="half" idx="1"/>
          </p:nvPr>
        </p:nvSpPr>
        <p:spPr>
          <a:xfrm>
            <a:off x="2605374" y="2052116"/>
            <a:ext cx="3891960" cy="3997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66636" y="2052114"/>
            <a:ext cx="3894222" cy="399782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A954B2F-12DE-47F5-8894-472B206D2E1E}" type="datetimeFigureOut">
              <a:rPr lang="en-US" dirty="0"/>
              <a:t>12/4/2025</a:t>
            </a:fld>
            <a:endParaRPr lang="en-US"/>
          </a:p>
        </p:txBody>
      </p:sp>
      <p:sp>
        <p:nvSpPr>
          <p:cNvPr id="6" name="Footer Placeholder 5"/>
          <p:cNvSpPr>
            <a:spLocks noGrp="1"/>
          </p:cNvSpPr>
          <p:nvPr>
            <p:ph type="ftr" sz="quarter" idx="11"/>
          </p:nvPr>
        </p:nvSpPr>
        <p:spPr/>
        <p:txBody>
          <a:bodyPr/>
          <a:lstStyle/>
          <a:p>
            <a:r>
              <a:rPr lang="en-US"/>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4286968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US"/>
              <a:t>Click to edit Master title style</a:t>
            </a:r>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F30E46F-7819-4ACF-B48B-48222C2ACC88}" type="datetimeFigureOut">
              <a:rPr lang="en-US" dirty="0"/>
              <a:t>12/4/2025</a:t>
            </a:fld>
            <a:endParaRPr lang="en-US"/>
          </a:p>
        </p:txBody>
      </p:sp>
      <p:sp>
        <p:nvSpPr>
          <p:cNvPr id="8" name="Footer Placeholder 7"/>
          <p:cNvSpPr>
            <a:spLocks noGrp="1"/>
          </p:cNvSpPr>
          <p:nvPr>
            <p:ph type="ftr" sz="quarter" idx="11"/>
          </p:nvPr>
        </p:nvSpPr>
        <p:spPr/>
        <p:txBody>
          <a:bodyPr/>
          <a:lstStyle/>
          <a:p>
            <a:r>
              <a:rPr lang="en-US"/>
              <a:t>
              </a:t>
            </a:r>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2278861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FAF3416-4057-4DAA-829D-4CA07428D088}" type="datetimeFigureOut">
              <a:rPr lang="en-US" dirty="0"/>
              <a:t>12/4/2025</a:t>
            </a:fld>
            <a:endParaRPr lang="en-US"/>
          </a:p>
        </p:txBody>
      </p:sp>
      <p:sp>
        <p:nvSpPr>
          <p:cNvPr id="4" name="Footer Placeholder 3"/>
          <p:cNvSpPr>
            <a:spLocks noGrp="1"/>
          </p:cNvSpPr>
          <p:nvPr>
            <p:ph type="ftr" sz="quarter" idx="11"/>
          </p:nvPr>
        </p:nvSpPr>
        <p:spPr/>
        <p:txBody>
          <a:bodyPr/>
          <a:lstStyle/>
          <a:p>
            <a:r>
              <a:rPr lang="en-US"/>
              <a:t>
              </a:t>
            </a:r>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38368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p:cNvSpPr>
            <a:spLocks noGrp="1"/>
          </p:cNvSpPr>
          <p:nvPr>
            <p:ph type="dt" sz="half" idx="10"/>
          </p:nvPr>
        </p:nvSpPr>
        <p:spPr/>
        <p:txBody>
          <a:bodyPr/>
          <a:lstStyle/>
          <a:p>
            <a:fld id="{921D9284-D300-4297-87F7-E791DCC15DB1}" type="datetimeFigureOut">
              <a:rPr lang="en-US" dirty="0"/>
              <a:t>12/4/2025</a:t>
            </a:fld>
            <a:endParaRPr lang="en-US"/>
          </a:p>
        </p:txBody>
      </p:sp>
      <p:sp>
        <p:nvSpPr>
          <p:cNvPr id="3" name="Footer Placeholder 2"/>
          <p:cNvSpPr>
            <a:spLocks noGrp="1"/>
          </p:cNvSpPr>
          <p:nvPr>
            <p:ph type="ftr" sz="quarter" idx="11"/>
          </p:nvPr>
        </p:nvSpPr>
        <p:spPr/>
        <p:txBody>
          <a:bodyPr/>
          <a:lstStyle/>
          <a:p>
            <a:r>
              <a:rPr lang="en-US"/>
              <a:t>
              </a:t>
            </a:r>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829969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US"/>
              <a:t>Click to edit Master title style</a:t>
            </a:r>
          </a:p>
        </p:txBody>
      </p:sp>
      <p:sp>
        <p:nvSpPr>
          <p:cNvPr id="3" name="Content Placeholder 2"/>
          <p:cNvSpPr>
            <a:spLocks noGrp="1"/>
          </p:cNvSpPr>
          <p:nvPr>
            <p:ph idx="1"/>
          </p:nvPr>
        </p:nvSpPr>
        <p:spPr>
          <a:xfrm>
            <a:off x="5120154" y="805818"/>
            <a:ext cx="5446278" cy="5244126"/>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7D525BB-DA17-4BA0-B3C8-3AC3ABC827E6}" type="datetimeFigureOut">
              <a:rPr lang="en-US" dirty="0"/>
              <a:t>12/4/2025</a:t>
            </a:fld>
            <a:endParaRPr lang="en-US"/>
          </a:p>
        </p:txBody>
      </p:sp>
      <p:sp>
        <p:nvSpPr>
          <p:cNvPr id="6" name="Footer Placeholder 5"/>
          <p:cNvSpPr>
            <a:spLocks noGrp="1"/>
          </p:cNvSpPr>
          <p:nvPr>
            <p:ph type="ftr" sz="quarter" idx="11"/>
          </p:nvPr>
        </p:nvSpPr>
        <p:spPr/>
        <p:txBody>
          <a:bodyPr/>
          <a:lstStyle/>
          <a:p>
            <a:r>
              <a:rPr lang="en-US"/>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6537535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US"/>
              <a:t>Click to edit Master title style</a:t>
            </a:r>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16C4C9A-3960-41CF-A4E9-2A8FB932454B}" type="datetimeFigureOut">
              <a:rPr lang="en-US" dirty="0"/>
              <a:t>12/4/2025</a:t>
            </a:fld>
            <a:endParaRPr lang="en-US"/>
          </a:p>
        </p:txBody>
      </p:sp>
      <p:sp>
        <p:nvSpPr>
          <p:cNvPr id="6" name="Footer Placeholder 5"/>
          <p:cNvSpPr>
            <a:spLocks noGrp="1"/>
          </p:cNvSpPr>
          <p:nvPr>
            <p:ph type="ftr" sz="quarter" idx="11"/>
          </p:nvPr>
        </p:nvSpPr>
        <p:spPr/>
        <p:txBody>
          <a:bodyPr/>
          <a:lstStyle/>
          <a:p>
            <a:r>
              <a:rPr lang="en-US"/>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3922672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857E33E-8B18-4087-B112-809917729534}" type="datetimeFigureOut">
              <a:rPr lang="en-US" dirty="0"/>
              <a:t>12/4/2025</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3258752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3FFE419-2371-464F-8239-3959401C3561}" type="datetimeFigureOut">
              <a:rPr lang="en-US" dirty="0"/>
              <a:t>12/4/2025</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2889824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stretch>
            <a:fillRect/>
          </a:stretch>
        </a:blipFill>
        <a:effectLst/>
      </p:bgPr>
    </p:bg>
    <p:spTree>
      <p:nvGrpSpPr>
        <p:cNvPr id="1" name=""/>
        <p:cNvGrpSpPr/>
        <p:nvPr/>
      </p:nvGrpSpPr>
      <p:grpSpPr>
        <a:xfrm>
          <a:off x="0" y="0"/>
          <a:ext cx="0" cy="0"/>
          <a:chOff x="0" y="0"/>
          <a:chExt cx="0" cy="0"/>
        </a:xfrm>
      </p:grpSpPr>
      <p:pic>
        <p:nvPicPr>
          <p:cNvPr id="18" name="Picture 17"/>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Eigth level</a:t>
            </a:r>
          </a:p>
          <a:p>
            <a:pPr lvl="8"/>
            <a:r>
              <a:rPr lang="en-US"/>
              <a:t>Ninth level</a:t>
            </a:r>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3CBC1C18-307B-4F68-A007-B5B542270E8D}" type="datetimeFigureOut">
              <a:rPr lang="en-US" dirty="0"/>
              <a:t>12/4/2025</a:t>
            </a:fld>
            <a:endParaRPr lang="en-US"/>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r>
              <a:rPr lang="en-US"/>
              <a:t>
              </a:t>
            </a:r>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6D22F896-40B5-4ADD-8801-0D06FADFA095}" type="slidenum">
              <a:rPr lang="en-US" dirty="0"/>
              <a:pPr/>
              <a:t>‹#›</a:t>
            </a:fld>
            <a:endParaRPr lang="en-US"/>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016843110"/>
      </p:ext>
    </p:extLst>
  </p:cSld>
  <p:clrMap bg1="dk1" tx1="lt1" bg2="dk2" tx2="lt2" accent1="accent1" accent2="accent2" accent3="accent3" accent4="accent4" accent5="accent5" accent6="accent6" hlink="hlink" folHlink="folHlink"/>
  <p:sldLayoutIdLst>
    <p:sldLayoutId id="2147484057" r:id="rId1"/>
    <p:sldLayoutId id="2147484058" r:id="rId2"/>
    <p:sldLayoutId id="2147484059" r:id="rId3"/>
    <p:sldLayoutId id="2147484060" r:id="rId4"/>
    <p:sldLayoutId id="2147484061" r:id="rId5"/>
    <p:sldLayoutId id="2147484062" r:id="rId6"/>
    <p:sldLayoutId id="2147484063" r:id="rId7"/>
    <p:sldLayoutId id="2147484064" r:id="rId8"/>
    <p:sldLayoutId id="2147484065" r:id="rId9"/>
    <p:sldLayoutId id="2147484066" r:id="rId10"/>
    <p:sldLayoutId id="2147484067" r:id="rId11"/>
  </p:sldLayoutIdLst>
  <p:hf sldNum="0" hdr="0" ftr="0" dt="0"/>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www.infinitivehost.com/blog/wp-content/uploads/2024/06/Difference-Between-CPU-and-GPU-Server-A-Comparative-Analysis.webp"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hyperlink" Target="https://news.mit.edu/sites/default/files/styles/news_article__image_gallery/public/images/202311/StableRep2-transformed.png?itok=FkiVGv50"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d4qwptktddc5f.cloudfront.net/Interface_EC3-Tool_Carbon-Emissions_Interior-Design.jpg"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1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trentonsystems.com/hubfs/rack_server_sliding_out.jpg"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hyperlink" Target="https://www.tateinc.com/content/tate/us/en/knowledge-articles/What-is-Liquid-Cooling-A-Guide-to-the-Future-of-Data-Centre-Cooling1/_jcr_content/root/responsivegrid/image.coreimg.png/1744804176499/tate-konnect-direct-to-chip-knowledge-article-en-eu-v1.png" TargetMode="External"/><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3" Type="http://schemas.openxmlformats.org/officeDocument/2006/relationships/hyperlink" Target="https://media.istockphoto.com/id/1180286278/vector/geothermal-power-station.jpg?s=612x612&amp;w=0&amp;k=20&amp;c=_FvmvGKiInM4bZ5e5n_d99Hs1mC_K5hiQf5S-6vr_tc="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hyperlink" Target="https://github.com/FelipeRestrepo101/ResponsibleAI" TargetMode="Externa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hyperlink" Target="https://doi.org/10.48550/arXiv.2509.19222" TargetMode="External"/><Relationship Id="rId3" Type="http://schemas.openxmlformats.org/officeDocument/2006/relationships/hyperlink" Target="https://www.congress.gov/crs-product/R48646" TargetMode="External"/><Relationship Id="rId7" Type="http://schemas.openxmlformats.org/officeDocument/2006/relationships/hyperlink" Target="https://doi.org/10.48550/arXiv.2407.16894" TargetMode="External"/><Relationship Id="rId2" Type="http://schemas.openxmlformats.org/officeDocument/2006/relationships/hyperlink" Target="https://eta-publications.lbl.gov/sites/default/files/2024-12/lbnl-2024-united-states-data-center-energy-usage-report_1.pdf" TargetMode="External"/><Relationship Id="rId1" Type="http://schemas.openxmlformats.org/officeDocument/2006/relationships/slideLayout" Target="../slideLayouts/slideLayout7.xml"/><Relationship Id="rId6" Type="http://schemas.openxmlformats.org/officeDocument/2006/relationships/hyperlink" Target="https://googleblog.blogspot.com/2009/01/powering-google-search.html" TargetMode="External"/><Relationship Id="rId5" Type="http://schemas.openxmlformats.org/officeDocument/2006/relationships/hyperlink" Target="https://cloud.google.com/blog/products/infrastructure/measuring-the-environmental-impact-of-ai-inference/" TargetMode="External"/><Relationship Id="rId4" Type="http://schemas.openxmlformats.org/officeDocument/2006/relationships/hyperlink" Target="https://www.eesi.org/articles/view/data-centers-and-water-consumption" TargetMode="External"/><Relationship Id="rId9" Type="http://schemas.openxmlformats.org/officeDocument/2006/relationships/hyperlink" Target="https://www.epri.com/research/products/3002028905"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time.com/7308925/elon-musk-memphis-ai-data-center/" TargetMode="External"/><Relationship Id="rId2" Type="http://schemas.openxmlformats.org/officeDocument/2006/relationships/hyperlink" Target="https://www.latimes.com/environment/story/2024-08-12/california-data-centers-could-derail-clean-energy-goals"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5">
            <a:extLst>
              <a:ext uri="{FF2B5EF4-FFF2-40B4-BE49-F238E27FC236}">
                <a16:creationId xmlns:a16="http://schemas.microsoft.com/office/drawing/2014/main" id="{58191409-041C-9A9F-3D67-DD08939AB43A}"/>
              </a:ext>
            </a:extLst>
          </p:cNvPr>
          <p:cNvSpPr txBox="1"/>
          <p:nvPr/>
        </p:nvSpPr>
        <p:spPr>
          <a:xfrm>
            <a:off x="1769370" y="1462486"/>
            <a:ext cx="9295444" cy="4528457"/>
          </a:xfrm>
          <a:prstGeom prst="rect">
            <a:avLst/>
          </a:prstGeom>
        </p:spPr>
        <p:txBody>
          <a:bodyPr vert="horz" lIns="91440" tIns="45720" rIns="91440" bIns="45720" rtlCol="0" anchor="ctr">
            <a:norm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90000"/>
              </a:lnSpc>
              <a:spcBef>
                <a:spcPct val="0"/>
              </a:spcBef>
              <a:spcAft>
                <a:spcPts val="600"/>
              </a:spcAft>
            </a:pPr>
            <a:r>
              <a:rPr lang="en-US" sz="4500" dirty="0">
                <a:solidFill>
                  <a:schemeClr val="tx2"/>
                </a:solidFill>
                <a:latin typeface="+mj-lt"/>
                <a:ea typeface="+mj-ea"/>
                <a:cs typeface="Arial"/>
              </a:rPr>
              <a:t>Responsible AI </a:t>
            </a:r>
            <a:br>
              <a:rPr lang="en-US" sz="4500" b="0" i="0" kern="1200" dirty="0">
                <a:latin typeface="+mj-lt"/>
                <a:ea typeface="+mj-ea"/>
                <a:cs typeface="+mj-cs"/>
              </a:rPr>
            </a:br>
            <a:br>
              <a:rPr lang="en-US" sz="4500" b="0" i="0" kern="1200" dirty="0">
                <a:latin typeface="+mj-lt"/>
                <a:ea typeface="+mj-ea"/>
                <a:cs typeface="+mj-cs"/>
              </a:rPr>
            </a:br>
            <a:r>
              <a:rPr lang="en-US" sz="4500" b="0" i="0" kern="1200" dirty="0">
                <a:solidFill>
                  <a:schemeClr val="tx2"/>
                </a:solidFill>
                <a:latin typeface="+mj-lt"/>
                <a:ea typeface="+mj-ea"/>
                <a:cs typeface="+mj-cs"/>
              </a:rPr>
              <a:t>Course: </a:t>
            </a:r>
            <a:r>
              <a:rPr lang="en-US" sz="4500" dirty="0">
                <a:solidFill>
                  <a:schemeClr val="tx2"/>
                </a:solidFill>
                <a:latin typeface="+mj-lt"/>
                <a:ea typeface="+mj-ea"/>
                <a:cs typeface="+mj-cs"/>
              </a:rPr>
              <a:t>Emerging Trends in IT</a:t>
            </a:r>
            <a:br>
              <a:rPr lang="en-US" sz="4500" b="0" i="0" kern="1200" dirty="0">
                <a:latin typeface="+mj-lt"/>
                <a:ea typeface="+mj-ea"/>
                <a:cs typeface="+mj-cs"/>
              </a:rPr>
            </a:br>
            <a:r>
              <a:rPr lang="en-US" sz="4500" b="0" i="0" kern="1200" dirty="0">
                <a:solidFill>
                  <a:schemeClr val="tx2"/>
                </a:solidFill>
                <a:latin typeface="+mj-lt"/>
                <a:ea typeface="+mj-ea"/>
                <a:cs typeface="+mj-cs"/>
              </a:rPr>
              <a:t>Advisor: </a:t>
            </a:r>
            <a:r>
              <a:rPr lang="en-US" sz="4500" dirty="0">
                <a:solidFill>
                  <a:schemeClr val="tx2"/>
                </a:solidFill>
                <a:latin typeface="+mj-lt"/>
                <a:ea typeface="+mj-ea"/>
                <a:cs typeface="+mj-cs"/>
              </a:rPr>
              <a:t>Brad Olsen</a:t>
            </a:r>
            <a:br>
              <a:rPr lang="en-US" sz="4500" b="0" i="0" kern="1200" dirty="0">
                <a:latin typeface="+mj-lt"/>
                <a:ea typeface="+mj-ea"/>
                <a:cs typeface="+mj-cs"/>
              </a:rPr>
            </a:br>
            <a:r>
              <a:rPr lang="en-US" sz="4500" b="0" i="0" kern="1200" dirty="0">
                <a:solidFill>
                  <a:schemeClr val="tx2"/>
                </a:solidFill>
                <a:latin typeface="+mj-lt"/>
                <a:ea typeface="+mj-ea"/>
                <a:cs typeface="+mj-cs"/>
              </a:rPr>
              <a:t>Date: </a:t>
            </a:r>
            <a:r>
              <a:rPr lang="en-US" sz="4500" dirty="0">
                <a:solidFill>
                  <a:schemeClr val="tx2"/>
                </a:solidFill>
                <a:latin typeface="+mj-lt"/>
                <a:ea typeface="+mj-ea"/>
                <a:cs typeface="+mj-cs"/>
              </a:rPr>
              <a:t>10/28/2025</a:t>
            </a:r>
            <a:endParaRPr lang="en-US" sz="4500" b="0" i="0" kern="1200" dirty="0">
              <a:solidFill>
                <a:schemeClr val="tx2"/>
              </a:solidFill>
              <a:latin typeface="+mj-lt"/>
              <a:ea typeface="+mj-ea"/>
              <a:cs typeface="+mj-cs"/>
            </a:endParaRPr>
          </a:p>
        </p:txBody>
      </p:sp>
    </p:spTree>
    <p:extLst>
      <p:ext uri="{BB962C8B-B14F-4D97-AF65-F5344CB8AC3E}">
        <p14:creationId xmlns:p14="http://schemas.microsoft.com/office/powerpoint/2010/main" val="2963964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2D6DC-5014-4987-B862-4C89FC88E972}"/>
              </a:ext>
            </a:extLst>
          </p:cNvPr>
          <p:cNvSpPr txBox="1">
            <a:spLocks/>
          </p:cNvSpPr>
          <p:nvPr/>
        </p:nvSpPr>
        <p:spPr>
          <a:xfrm>
            <a:off x="1518412" y="1201723"/>
            <a:ext cx="2812177" cy="4454554"/>
          </a:xfrm>
          <a:prstGeom prst="rect">
            <a:avLst/>
          </a:prstGeom>
        </p:spPr>
        <p:txBody>
          <a:bodyPr anchor="ctr">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r>
              <a:rPr lang="en-US" sz="3200" dirty="0">
                <a:sym typeface="DM Sans Medium"/>
              </a:rPr>
              <a:t>Project Statement</a:t>
            </a:r>
            <a:endParaRPr lang="en-US" sz="3200" dirty="0">
              <a:cs typeface="Arial"/>
            </a:endParaRPr>
          </a:p>
        </p:txBody>
      </p:sp>
      <p:sp>
        <p:nvSpPr>
          <p:cNvPr id="3" name="Content Placeholder 2">
            <a:extLst>
              <a:ext uri="{FF2B5EF4-FFF2-40B4-BE49-F238E27FC236}">
                <a16:creationId xmlns:a16="http://schemas.microsoft.com/office/drawing/2014/main" id="{12CBC0AB-1F10-91A3-717C-C91AE9F0A6B7}"/>
              </a:ext>
            </a:extLst>
          </p:cNvPr>
          <p:cNvSpPr txBox="1">
            <a:spLocks/>
          </p:cNvSpPr>
          <p:nvPr/>
        </p:nvSpPr>
        <p:spPr>
          <a:xfrm>
            <a:off x="4975045" y="1201723"/>
            <a:ext cx="5595093" cy="4454554"/>
          </a:xfrm>
          <a:prstGeom prst="rect">
            <a:avLst/>
          </a:prstGeom>
        </p:spPr>
        <p:txBody>
          <a:bodyPr anchor="ctr">
            <a:normAutofit/>
          </a:bodyPr>
          <a:lst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a:lstStyle>
          <a:p>
            <a:pPr marL="344170" indent="-337820"/>
            <a:r>
              <a:rPr lang="en-US" sz="1800" dirty="0">
                <a:cs typeface="Arial" panose="020B0604020202020204"/>
              </a:rPr>
              <a:t>Project showcases evidence of the consequences of AI, and solutions.</a:t>
            </a:r>
          </a:p>
          <a:p>
            <a:pPr marL="344170" indent="-337820"/>
            <a:endParaRPr lang="en-US" sz="1800" dirty="0">
              <a:cs typeface="Arial" panose="020B0604020202020204"/>
            </a:endParaRPr>
          </a:p>
        </p:txBody>
      </p:sp>
    </p:spTree>
    <p:extLst>
      <p:ext uri="{BB962C8B-B14F-4D97-AF65-F5344CB8AC3E}">
        <p14:creationId xmlns:p14="http://schemas.microsoft.com/office/powerpoint/2010/main" val="1250256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DA8F9-AE08-E1A9-B341-8C40BC276C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E9DFD-22A4-EBFE-2D5A-BDDFC040F58C}"/>
              </a:ext>
            </a:extLst>
          </p:cNvPr>
          <p:cNvSpPr txBox="1">
            <a:spLocks/>
          </p:cNvSpPr>
          <p:nvPr/>
        </p:nvSpPr>
        <p:spPr>
          <a:xfrm>
            <a:off x="1518412" y="1201723"/>
            <a:ext cx="2812177" cy="4454554"/>
          </a:xfrm>
          <a:prstGeom prst="rect">
            <a:avLst/>
          </a:prstGeom>
        </p:spPr>
        <p:txBody>
          <a:bodyPr anchor="ctr">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r>
              <a:rPr lang="en-US" sz="3200">
                <a:sym typeface="DM Sans Medium"/>
              </a:rPr>
              <a:t>Purpose</a:t>
            </a:r>
            <a:endParaRPr lang="en-US" sz="3200"/>
          </a:p>
        </p:txBody>
      </p:sp>
      <p:sp>
        <p:nvSpPr>
          <p:cNvPr id="3" name="Content Placeholder 2">
            <a:extLst>
              <a:ext uri="{FF2B5EF4-FFF2-40B4-BE49-F238E27FC236}">
                <a16:creationId xmlns:a16="http://schemas.microsoft.com/office/drawing/2014/main" id="{14505070-291D-28DA-1419-9D6A4B7318D4}"/>
              </a:ext>
            </a:extLst>
          </p:cNvPr>
          <p:cNvSpPr txBox="1">
            <a:spLocks/>
          </p:cNvSpPr>
          <p:nvPr/>
        </p:nvSpPr>
        <p:spPr>
          <a:xfrm>
            <a:off x="4975045" y="1201723"/>
            <a:ext cx="5595093" cy="4454554"/>
          </a:xfrm>
          <a:prstGeom prst="rect">
            <a:avLst/>
          </a:prstGeom>
        </p:spPr>
        <p:txBody>
          <a:bodyPr vert="horz" lIns="91440" tIns="45720" rIns="91440" bIns="45720" rtlCol="0" anchor="ctr">
            <a:normAutofit/>
          </a:bodyPr>
          <a:lst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a:lstStyle>
          <a:p>
            <a:pPr marL="285750" indent="-285750"/>
            <a:r>
              <a:rPr lang="en-US" sz="1800" dirty="0">
                <a:cs typeface="Arial"/>
              </a:rPr>
              <a:t>To influence people's to be more thoughtful when using AI</a:t>
            </a:r>
          </a:p>
          <a:p>
            <a:pPr marL="344170" indent="-337820"/>
            <a:endParaRPr lang="en-US" sz="1800" dirty="0">
              <a:cs typeface="Arial"/>
            </a:endParaRPr>
          </a:p>
          <a:p>
            <a:pPr marL="344170" indent="-337820">
              <a:buClr>
                <a:srgbClr val="F98657"/>
              </a:buClr>
            </a:pPr>
            <a:endParaRPr lang="en-US" sz="1800" dirty="0">
              <a:cs typeface="Arial"/>
            </a:endParaRPr>
          </a:p>
        </p:txBody>
      </p:sp>
    </p:spTree>
    <p:extLst>
      <p:ext uri="{BB962C8B-B14F-4D97-AF65-F5344CB8AC3E}">
        <p14:creationId xmlns:p14="http://schemas.microsoft.com/office/powerpoint/2010/main" val="37915586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80D9F2D-6EE9-3772-FB9C-8936E00E202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1D60AE5-1AAA-EA9C-87A0-653FDC196D48}"/>
              </a:ext>
            </a:extLst>
          </p:cNvPr>
          <p:cNvSpPr txBox="1">
            <a:spLocks/>
          </p:cNvSpPr>
          <p:nvPr/>
        </p:nvSpPr>
        <p:spPr>
          <a:xfrm>
            <a:off x="1518412" y="1201723"/>
            <a:ext cx="2812177" cy="4454554"/>
          </a:xfrm>
          <a:prstGeom prst="rect">
            <a:avLst/>
          </a:prstGeom>
        </p:spPr>
        <p:txBody>
          <a:bodyPr anchor="ctr">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r>
              <a:rPr lang="en-US" sz="3200">
                <a:cs typeface="Arial"/>
              </a:rPr>
              <a:t>Reasoning</a:t>
            </a:r>
          </a:p>
        </p:txBody>
      </p:sp>
      <p:sp>
        <p:nvSpPr>
          <p:cNvPr id="5" name="Content Placeholder 2">
            <a:extLst>
              <a:ext uri="{FF2B5EF4-FFF2-40B4-BE49-F238E27FC236}">
                <a16:creationId xmlns:a16="http://schemas.microsoft.com/office/drawing/2014/main" id="{B969A845-20E6-BC66-E409-9603019467D2}"/>
              </a:ext>
            </a:extLst>
          </p:cNvPr>
          <p:cNvSpPr txBox="1">
            <a:spLocks/>
          </p:cNvSpPr>
          <p:nvPr/>
        </p:nvSpPr>
        <p:spPr>
          <a:xfrm>
            <a:off x="5020949" y="1332904"/>
            <a:ext cx="5595093" cy="4823849"/>
          </a:xfrm>
          <a:prstGeom prst="rect">
            <a:avLst/>
          </a:prstGeom>
        </p:spPr>
        <p:txBody>
          <a:bodyPr vert="horz" lIns="91440" tIns="45720" rIns="91440" bIns="45720" rtlCol="0" anchor="t">
            <a:noAutofit/>
          </a:bodyPr>
          <a:lst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a:lstStyle>
          <a:p>
            <a:pPr marL="344170" indent="-344170"/>
            <a:r>
              <a:rPr lang="en-US" sz="1600" dirty="0">
                <a:solidFill>
                  <a:srgbClr val="FFFFFF"/>
                </a:solidFill>
                <a:cs typeface="Arial" panose="020B0604020202020204"/>
              </a:rPr>
              <a:t>Large data centers can consume up to 5 million gallons per day. </a:t>
            </a:r>
            <a:r>
              <a:rPr lang="en-US" sz="1600" dirty="0">
                <a:solidFill>
                  <a:schemeClr val="tx1">
                    <a:lumMod val="65000"/>
                  </a:schemeClr>
                </a:solidFill>
                <a:cs typeface="Arial" panose="020B0604020202020204"/>
              </a:rPr>
              <a:t>("Yañez-</a:t>
            </a:r>
            <a:r>
              <a:rPr lang="en-US" sz="1600" dirty="0" err="1">
                <a:solidFill>
                  <a:schemeClr val="tx1">
                    <a:lumMod val="65000"/>
                  </a:schemeClr>
                </a:solidFill>
                <a:cs typeface="Arial" panose="020B0604020202020204"/>
              </a:rPr>
              <a:t>Barnuevo</a:t>
            </a:r>
            <a:r>
              <a:rPr lang="en-US" sz="1600" dirty="0">
                <a:solidFill>
                  <a:schemeClr val="tx1">
                    <a:lumMod val="65000"/>
                  </a:schemeClr>
                </a:solidFill>
                <a:cs typeface="Arial" panose="020B0604020202020204"/>
              </a:rPr>
              <a:t>", 2025)</a:t>
            </a:r>
            <a:endParaRPr lang="en-US" dirty="0">
              <a:solidFill>
                <a:schemeClr val="tx1">
                  <a:lumMod val="65000"/>
                </a:schemeClr>
              </a:solidFill>
              <a:cs typeface="Arial" panose="020B0604020202020204"/>
            </a:endParaRPr>
          </a:p>
          <a:p>
            <a:pPr marL="344170" indent="-344170"/>
            <a:r>
              <a:rPr lang="en-US" sz="1600" dirty="0">
                <a:cs typeface="Arial" panose="020B0604020202020204"/>
              </a:rPr>
              <a:t>With larger and new AI-focused data centers, water consumption is increasing alongside energy usage and carbon emissions. </a:t>
            </a:r>
            <a:r>
              <a:rPr lang="en-US" sz="1600" dirty="0">
                <a:solidFill>
                  <a:schemeClr val="tx1">
                    <a:lumMod val="65000"/>
                  </a:schemeClr>
                </a:solidFill>
                <a:cs typeface="Arial" panose="020B0604020202020204"/>
              </a:rPr>
              <a:t>("Yañez-</a:t>
            </a:r>
            <a:r>
              <a:rPr lang="en-US" sz="1600" dirty="0" err="1">
                <a:solidFill>
                  <a:schemeClr val="tx1">
                    <a:lumMod val="65000"/>
                  </a:schemeClr>
                </a:solidFill>
                <a:cs typeface="Arial" panose="020B0604020202020204"/>
              </a:rPr>
              <a:t>Barnuevo</a:t>
            </a:r>
            <a:r>
              <a:rPr lang="en-US" sz="1600" dirty="0">
                <a:solidFill>
                  <a:schemeClr val="tx1">
                    <a:lumMod val="65000"/>
                  </a:schemeClr>
                </a:solidFill>
                <a:cs typeface="Arial" panose="020B0604020202020204"/>
              </a:rPr>
              <a:t>", 2025)</a:t>
            </a:r>
            <a:endParaRPr lang="en-US" dirty="0">
              <a:solidFill>
                <a:schemeClr val="tx1">
                  <a:lumMod val="65000"/>
                </a:schemeClr>
              </a:solidFill>
              <a:cs typeface="Arial"/>
            </a:endParaRPr>
          </a:p>
          <a:p>
            <a:pPr marL="285750" indent="-285750">
              <a:buClr>
                <a:srgbClr val="F98657"/>
              </a:buClr>
            </a:pPr>
            <a:r>
              <a:rPr lang="en-US" sz="1600" dirty="0">
                <a:solidFill>
                  <a:srgbClr val="FFFFFF"/>
                </a:solidFill>
                <a:latin typeface="Arial"/>
                <a:cs typeface="Arial" panose="020B0604020202020204"/>
              </a:rPr>
              <a:t>By 2030, data centers could account for as much as 11% of U.S. power demand — up from 3%</a:t>
            </a:r>
            <a:r>
              <a:rPr lang="en-US" sz="1600" dirty="0">
                <a:cs typeface="Arial" panose="020B0604020202020204"/>
              </a:rPr>
              <a:t> </a:t>
            </a:r>
            <a:r>
              <a:rPr lang="en-US" sz="1600" dirty="0">
                <a:solidFill>
                  <a:schemeClr val="tx1">
                    <a:lumMod val="65000"/>
                  </a:schemeClr>
                </a:solidFill>
                <a:cs typeface="Arial" panose="020B0604020202020204"/>
              </a:rPr>
              <a:t>("LA Times" 2024) </a:t>
            </a:r>
          </a:p>
          <a:p>
            <a:pPr marL="0" indent="0">
              <a:buFont typeface="Wingdings" panose="05000000000000000000" pitchFamily="2" charset="2"/>
              <a:buNone/>
            </a:pPr>
            <a:endParaRPr lang="en-US" sz="1200" dirty="0">
              <a:cs typeface="Arial" panose="020B0604020202020204"/>
            </a:endParaRPr>
          </a:p>
          <a:p>
            <a:pPr marL="0" indent="0">
              <a:buClr>
                <a:srgbClr val="F98657"/>
              </a:buClr>
              <a:buFont typeface="Wingdings" panose="05000000000000000000" pitchFamily="2" charset="2"/>
              <a:buNone/>
            </a:pPr>
            <a:endParaRPr lang="en-US" sz="1800" dirty="0">
              <a:cs typeface="Arial" panose="020B0604020202020204"/>
            </a:endParaRPr>
          </a:p>
          <a:p>
            <a:pPr marL="344170" indent="-337820">
              <a:buClr>
                <a:srgbClr val="F98657"/>
              </a:buClr>
            </a:pPr>
            <a:endParaRPr lang="en-US" sz="1800" dirty="0">
              <a:cs typeface="Arial" panose="020B0604020202020204"/>
            </a:endParaRPr>
          </a:p>
          <a:p>
            <a:pPr marL="344170" indent="-337820">
              <a:buClr>
                <a:srgbClr val="F98657"/>
              </a:buClr>
            </a:pPr>
            <a:endParaRPr lang="en-US" sz="1800" dirty="0">
              <a:cs typeface="Arial" panose="020B0604020202020204"/>
            </a:endParaRPr>
          </a:p>
        </p:txBody>
      </p:sp>
    </p:spTree>
    <p:extLst>
      <p:ext uri="{BB962C8B-B14F-4D97-AF65-F5344CB8AC3E}">
        <p14:creationId xmlns:p14="http://schemas.microsoft.com/office/powerpoint/2010/main" val="28316651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58A2C-FDD8-643F-F2A1-3860B219BF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BC8D18-F8D0-53D9-A347-88385BFD92D9}"/>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How Does AI Impact the environment?</a:t>
            </a:r>
          </a:p>
        </p:txBody>
      </p:sp>
      <p:pic>
        <p:nvPicPr>
          <p:cNvPr id="3" name="Graphic 2" descr="Forest scene with solid fill">
            <a:extLst>
              <a:ext uri="{FF2B5EF4-FFF2-40B4-BE49-F238E27FC236}">
                <a16:creationId xmlns:a16="http://schemas.microsoft.com/office/drawing/2014/main" id="{E9213F19-D2B3-A505-15C1-EFB855C66A48}"/>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4" name="Title 1">
            <a:extLst>
              <a:ext uri="{FF2B5EF4-FFF2-40B4-BE49-F238E27FC236}">
                <a16:creationId xmlns:a16="http://schemas.microsoft.com/office/drawing/2014/main" id="{C67B1C4F-3F2E-5170-0771-C2F46583E03C}"/>
              </a:ext>
            </a:extLst>
          </p:cNvPr>
          <p:cNvSpPr txBox="1">
            <a:spLocks/>
          </p:cNvSpPr>
          <p:nvPr/>
        </p:nvSpPr>
        <p:spPr>
          <a:xfrm>
            <a:off x="2147744" y="1716054"/>
            <a:ext cx="5243780" cy="3997828"/>
          </a:xfrm>
          <a:prstGeom prst="rect">
            <a:avLst/>
          </a:prstGeom>
        </p:spPr>
        <p:txBody>
          <a:bodyPr vert="horz" lIns="91440" tIns="45720" rIns="91440" bIns="45720" rtlCol="0" anchor="t">
            <a:norm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285750" indent="-285750" defTabSz="914400">
              <a:lnSpc>
                <a:spcPct val="110000"/>
              </a:lnSpc>
              <a:spcBef>
                <a:spcPts val="500"/>
              </a:spcBef>
              <a:spcAft>
                <a:spcPts val="600"/>
              </a:spcAft>
              <a:buClr>
                <a:schemeClr val="accent6"/>
              </a:buClr>
              <a:buSzPct val="90000"/>
              <a:buFont typeface="Arial"/>
              <a:buChar char="•"/>
            </a:pPr>
            <a:r>
              <a:rPr lang="en-US" sz="1800" dirty="0">
                <a:solidFill>
                  <a:schemeClr val="tx1"/>
                </a:solidFill>
                <a:latin typeface="+mn-lt"/>
                <a:ea typeface="+mn-ea"/>
                <a:cs typeface="Arial" panose="020B0604020202020204"/>
              </a:rPr>
              <a:t>Energy Consumption</a:t>
            </a:r>
          </a:p>
          <a:p>
            <a:pPr marL="285750" indent="-285750" defTabSz="914400">
              <a:lnSpc>
                <a:spcPct val="110000"/>
              </a:lnSpc>
              <a:spcBef>
                <a:spcPts val="500"/>
              </a:spcBef>
              <a:spcAft>
                <a:spcPts val="600"/>
              </a:spcAft>
              <a:buClr>
                <a:schemeClr val="accent6"/>
              </a:buClr>
              <a:buSzPct val="90000"/>
              <a:buFont typeface="Arial"/>
              <a:buChar char="•"/>
            </a:pPr>
            <a:r>
              <a:rPr lang="en-US" sz="1800" dirty="0">
                <a:solidFill>
                  <a:schemeClr val="tx1"/>
                </a:solidFill>
                <a:latin typeface="+mn-lt"/>
                <a:ea typeface="+mn-ea"/>
                <a:cs typeface="Arial" panose="020B0604020202020204"/>
              </a:rPr>
              <a:t>Co2 Emissions</a:t>
            </a:r>
          </a:p>
          <a:p>
            <a:pPr marL="285750" indent="-285750" defTabSz="914400">
              <a:lnSpc>
                <a:spcPct val="110000"/>
              </a:lnSpc>
              <a:spcBef>
                <a:spcPts val="500"/>
              </a:spcBef>
              <a:spcAft>
                <a:spcPts val="600"/>
              </a:spcAft>
              <a:buClr>
                <a:schemeClr val="accent6"/>
              </a:buClr>
              <a:buSzPct val="90000"/>
              <a:buFont typeface="Arial"/>
              <a:buChar char="•"/>
            </a:pPr>
            <a:r>
              <a:rPr lang="en-US" sz="1800" dirty="0">
                <a:solidFill>
                  <a:schemeClr val="tx1"/>
                </a:solidFill>
                <a:latin typeface="+mn-lt"/>
                <a:ea typeface="+mn-ea"/>
                <a:cs typeface="Arial" panose="020B0604020202020204"/>
              </a:rPr>
              <a:t>Water Consumption</a:t>
            </a:r>
            <a:endParaRPr lang="en-US" sz="2000" dirty="0">
              <a:solidFill>
                <a:schemeClr val="tx1"/>
              </a:solidFill>
              <a:latin typeface="+mn-lt"/>
              <a:ea typeface="+mn-ea"/>
              <a:cs typeface="Arial" panose="020B0604020202020204"/>
            </a:endParaRPr>
          </a:p>
          <a:p>
            <a:pPr marL="285750" indent="-285750" defTabSz="914400">
              <a:lnSpc>
                <a:spcPct val="110000"/>
              </a:lnSpc>
              <a:spcBef>
                <a:spcPts val="500"/>
              </a:spcBef>
              <a:spcAft>
                <a:spcPts val="600"/>
              </a:spcAft>
              <a:buClr>
                <a:schemeClr val="accent6"/>
              </a:buClr>
              <a:buSzPct val="90000"/>
              <a:buFont typeface="Arial"/>
              <a:buChar char="•"/>
            </a:pPr>
            <a:endParaRPr lang="en-US" sz="1800" dirty="0">
              <a:solidFill>
                <a:schemeClr val="tx1"/>
              </a:solidFill>
              <a:latin typeface="+mn-lt"/>
              <a:ea typeface="+mn-ea"/>
              <a:cs typeface="Arial" panose="020B0604020202020204"/>
            </a:endParaRPr>
          </a:p>
        </p:txBody>
      </p:sp>
    </p:spTree>
    <p:extLst>
      <p:ext uri="{BB962C8B-B14F-4D97-AF65-F5344CB8AC3E}">
        <p14:creationId xmlns:p14="http://schemas.microsoft.com/office/powerpoint/2010/main" val="10235923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FC15AFE-3F3A-5277-DB15-329C850974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A2447C-8FC6-75F6-951B-55A05D6B3DDB}"/>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How Does AI Impact the environment?</a:t>
            </a:r>
          </a:p>
        </p:txBody>
      </p:sp>
      <p:pic>
        <p:nvPicPr>
          <p:cNvPr id="3" name="Graphic 2" descr="Forest scene with solid fill">
            <a:extLst>
              <a:ext uri="{FF2B5EF4-FFF2-40B4-BE49-F238E27FC236}">
                <a16:creationId xmlns:a16="http://schemas.microsoft.com/office/drawing/2014/main" id="{B295AC09-9706-34F9-04AB-7C2655401A0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4" name="Title 1">
            <a:extLst>
              <a:ext uri="{FF2B5EF4-FFF2-40B4-BE49-F238E27FC236}">
                <a16:creationId xmlns:a16="http://schemas.microsoft.com/office/drawing/2014/main" id="{D590020E-65EF-E5BB-F838-29CE5A4950BC}"/>
              </a:ext>
            </a:extLst>
          </p:cNvPr>
          <p:cNvSpPr txBox="1">
            <a:spLocks/>
          </p:cNvSpPr>
          <p:nvPr/>
        </p:nvSpPr>
        <p:spPr>
          <a:xfrm>
            <a:off x="2147744" y="1716054"/>
            <a:ext cx="5243780" cy="3997828"/>
          </a:xfrm>
          <a:prstGeom prst="rect">
            <a:avLst/>
          </a:prstGeom>
        </p:spPr>
        <p:txBody>
          <a:bodyPr vert="horz" lIns="91440" tIns="45720" rIns="91440" bIns="45720" rtlCol="0" anchor="t">
            <a:normAutofit fontScale="85000" lnSpcReduction="10000"/>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285750" indent="-285750" defTabSz="914400">
              <a:lnSpc>
                <a:spcPct val="110000"/>
              </a:lnSpc>
              <a:spcBef>
                <a:spcPts val="500"/>
              </a:spcBef>
              <a:spcAft>
                <a:spcPts val="600"/>
              </a:spcAft>
              <a:buClr>
                <a:schemeClr val="accent6"/>
              </a:buClr>
              <a:buSzPct val="90000"/>
              <a:buFont typeface="Arial"/>
              <a:buChar char="•"/>
            </a:pPr>
            <a:r>
              <a:rPr lang="en-US" sz="1800" dirty="0">
                <a:solidFill>
                  <a:schemeClr val="tx1"/>
                </a:solidFill>
                <a:cs typeface="Arial" panose="020B0604020202020204"/>
              </a:rPr>
              <a:t>Because of the computational power required to run these models at the speed seen through modern online chat bots, these models are ran on extremely powerful computers all held together in data centers owned for or paid for by the company. More computational power does not necessarily mean better energy efficiency to produce that power, and often times these powerful computers release large amounts of heat far greater then personal computers, with all of these computers in one single space powerful cooling is needed to keep the computers from overheating. For this reason liquid cooling is used often derived from fresh water sources that run through tubes alongside the machine dissipating the heat from the machines to the water which over time declines as it evaporates through special ducts. </a:t>
            </a:r>
          </a:p>
          <a:p>
            <a:pPr marL="285750" indent="-285750" defTabSz="914400">
              <a:lnSpc>
                <a:spcPct val="110000"/>
              </a:lnSpc>
              <a:spcBef>
                <a:spcPts val="500"/>
              </a:spcBef>
              <a:spcAft>
                <a:spcPts val="600"/>
              </a:spcAft>
              <a:buClr>
                <a:schemeClr val="accent6"/>
              </a:buClr>
              <a:buSzPct val="90000"/>
              <a:buFont typeface="Arial"/>
              <a:buChar char="•"/>
            </a:pPr>
            <a:endParaRPr lang="en-US" sz="1800" dirty="0">
              <a:solidFill>
                <a:schemeClr val="tx1"/>
              </a:solidFill>
              <a:latin typeface="+mn-lt"/>
              <a:ea typeface="+mn-ea"/>
              <a:cs typeface="Arial" panose="020B0604020202020204"/>
            </a:endParaRPr>
          </a:p>
        </p:txBody>
      </p:sp>
    </p:spTree>
    <p:extLst>
      <p:ext uri="{BB962C8B-B14F-4D97-AF65-F5344CB8AC3E}">
        <p14:creationId xmlns:p14="http://schemas.microsoft.com/office/powerpoint/2010/main" val="4227177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8143B-2625-2D5E-F408-0EB8AB857C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17537F-2CF1-EA0F-0C07-FA6867BB3706}"/>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Energy Consumption</a:t>
            </a:r>
          </a:p>
        </p:txBody>
      </p:sp>
      <p:pic>
        <p:nvPicPr>
          <p:cNvPr id="3" name="Graphic 2" descr="Lightbulb">
            <a:extLst>
              <a:ext uri="{FF2B5EF4-FFF2-40B4-BE49-F238E27FC236}">
                <a16:creationId xmlns:a16="http://schemas.microsoft.com/office/drawing/2014/main" id="{7A41E76B-4615-C7BF-E3CE-E5CE9116697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Tree>
    <p:extLst>
      <p:ext uri="{BB962C8B-B14F-4D97-AF65-F5344CB8AC3E}">
        <p14:creationId xmlns:p14="http://schemas.microsoft.com/office/powerpoint/2010/main" val="18559303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E8B11-A460-A796-732B-10F8AB294C44}"/>
            </a:ext>
          </a:extLst>
        </p:cNvPr>
        <p:cNvGrpSpPr/>
        <p:nvPr/>
      </p:nvGrpSpPr>
      <p:grpSpPr>
        <a:xfrm>
          <a:off x="0" y="0"/>
          <a:ext cx="0" cy="0"/>
          <a:chOff x="0" y="0"/>
          <a:chExt cx="0" cy="0"/>
        </a:xfrm>
      </p:grpSpPr>
      <p:sp>
        <p:nvSpPr>
          <p:cNvPr id="5" name="AutoShape 2" descr="What Is A Server Rack Used For? | Understanding Server Racks">
            <a:extLst>
              <a:ext uri="{FF2B5EF4-FFF2-40B4-BE49-F238E27FC236}">
                <a16:creationId xmlns:a16="http://schemas.microsoft.com/office/drawing/2014/main" id="{C6C5F36F-8E0D-4EB5-CEC3-FB03084AD2B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4" descr="What Is A Server Rack Used For? | Understanding Server Racks">
            <a:extLst>
              <a:ext uri="{FF2B5EF4-FFF2-40B4-BE49-F238E27FC236}">
                <a16:creationId xmlns:a16="http://schemas.microsoft.com/office/drawing/2014/main" id="{AD27B408-D865-2A4D-DB53-DDCC0D6F6265}"/>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 name="AutoShape 6" descr="What Is a Rack Server?">
            <a:extLst>
              <a:ext uri="{FF2B5EF4-FFF2-40B4-BE49-F238E27FC236}">
                <a16:creationId xmlns:a16="http://schemas.microsoft.com/office/drawing/2014/main" id="{A3956C8F-DEFB-0627-37AF-633D6A229B0D}"/>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8" descr="What Is a Rack Server?">
            <a:extLst>
              <a:ext uri="{FF2B5EF4-FFF2-40B4-BE49-F238E27FC236}">
                <a16:creationId xmlns:a16="http://schemas.microsoft.com/office/drawing/2014/main" id="{97AACBA5-5C2B-8DF3-8794-83ECB59C3F31}"/>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Title 1">
            <a:extLst>
              <a:ext uri="{FF2B5EF4-FFF2-40B4-BE49-F238E27FC236}">
                <a16:creationId xmlns:a16="http://schemas.microsoft.com/office/drawing/2014/main" id="{0EBAF7F0-5992-6962-FA8F-E3D2E0032E85}"/>
              </a:ext>
            </a:extLst>
          </p:cNvPr>
          <p:cNvSpPr txBox="1">
            <a:spLocks/>
          </p:cNvSpPr>
          <p:nvPr/>
        </p:nvSpPr>
        <p:spPr>
          <a:xfrm>
            <a:off x="1193426" y="380652"/>
            <a:ext cx="8608037" cy="551001"/>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Energy Consumption</a:t>
            </a:r>
          </a:p>
        </p:txBody>
      </p:sp>
      <p:sp>
        <p:nvSpPr>
          <p:cNvPr id="10" name="Title 1">
            <a:extLst>
              <a:ext uri="{FF2B5EF4-FFF2-40B4-BE49-F238E27FC236}">
                <a16:creationId xmlns:a16="http://schemas.microsoft.com/office/drawing/2014/main" id="{BAB148B5-D53F-7BA0-2FB2-21BEA31AA219}"/>
              </a:ext>
            </a:extLst>
          </p:cNvPr>
          <p:cNvSpPr txBox="1">
            <a:spLocks/>
          </p:cNvSpPr>
          <p:nvPr/>
        </p:nvSpPr>
        <p:spPr>
          <a:xfrm>
            <a:off x="1193426" y="1125920"/>
            <a:ext cx="8608037" cy="551001"/>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342900" indent="-342900" algn="l">
              <a:buFont typeface="Arial" panose="020B0604020202020204" pitchFamily="34" charset="0"/>
              <a:buChar char="•"/>
            </a:pPr>
            <a:r>
              <a:rPr lang="en-US" sz="2400" dirty="0">
                <a:solidFill>
                  <a:schemeClr val="tx2"/>
                </a:solidFill>
              </a:rPr>
              <a:t>Data center processors require more energy</a:t>
            </a:r>
          </a:p>
        </p:txBody>
      </p:sp>
      <p:sp>
        <p:nvSpPr>
          <p:cNvPr id="13" name="Title 1">
            <a:extLst>
              <a:ext uri="{FF2B5EF4-FFF2-40B4-BE49-F238E27FC236}">
                <a16:creationId xmlns:a16="http://schemas.microsoft.com/office/drawing/2014/main" id="{8BF50F45-2350-9FFA-5499-D7C501CD1FC7}"/>
              </a:ext>
            </a:extLst>
          </p:cNvPr>
          <p:cNvSpPr txBox="1">
            <a:spLocks/>
          </p:cNvSpPr>
          <p:nvPr/>
        </p:nvSpPr>
        <p:spPr>
          <a:xfrm>
            <a:off x="6248400" y="2090113"/>
            <a:ext cx="4586365" cy="3896974"/>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285750" indent="-285750" algn="l">
              <a:spcAft>
                <a:spcPts val="1200"/>
              </a:spcAft>
              <a:buFont typeface="Arial" panose="020B0604020202020204" pitchFamily="34" charset="0"/>
              <a:buChar char="•"/>
            </a:pPr>
            <a:r>
              <a:rPr lang="en-US" sz="2600" dirty="0"/>
              <a:t>AI processes are much more complex</a:t>
            </a:r>
          </a:p>
          <a:p>
            <a:pPr marL="285750" indent="-285750" algn="l">
              <a:spcAft>
                <a:spcPts val="1200"/>
              </a:spcAft>
              <a:buFont typeface="Arial" panose="020B0604020202020204" pitchFamily="34" charset="0"/>
              <a:buChar char="•"/>
            </a:pPr>
            <a:r>
              <a:rPr lang="en-US" sz="2600" dirty="0"/>
              <a:t>Require more memory storage</a:t>
            </a:r>
          </a:p>
        </p:txBody>
      </p:sp>
      <p:pic>
        <p:nvPicPr>
          <p:cNvPr id="11" name="Picture 10">
            <a:hlinkClick r:id="rId3"/>
            <a:extLst>
              <a:ext uri="{FF2B5EF4-FFF2-40B4-BE49-F238E27FC236}">
                <a16:creationId xmlns:a16="http://schemas.microsoft.com/office/drawing/2014/main" id="{80A1BCCC-EAF9-503F-5A49-EA9AE48E4D5D}"/>
              </a:ext>
            </a:extLst>
          </p:cNvPr>
          <p:cNvPicPr>
            <a:picLocks noChangeAspect="1"/>
          </p:cNvPicPr>
          <p:nvPr/>
        </p:nvPicPr>
        <p:blipFill>
          <a:blip r:embed="rId4"/>
          <a:stretch>
            <a:fillRect/>
          </a:stretch>
        </p:blipFill>
        <p:spPr>
          <a:xfrm>
            <a:off x="1357235" y="2597631"/>
            <a:ext cx="4433965" cy="1662737"/>
          </a:xfrm>
          <a:prstGeom prst="rect">
            <a:avLst/>
          </a:prstGeom>
        </p:spPr>
      </p:pic>
    </p:spTree>
    <p:extLst>
      <p:ext uri="{BB962C8B-B14F-4D97-AF65-F5344CB8AC3E}">
        <p14:creationId xmlns:p14="http://schemas.microsoft.com/office/powerpoint/2010/main" val="19680771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5765D-BDF1-821E-3CF2-3AB19DF66A4A}"/>
            </a:ext>
          </a:extLst>
        </p:cNvPr>
        <p:cNvGrpSpPr/>
        <p:nvPr/>
      </p:nvGrpSpPr>
      <p:grpSpPr>
        <a:xfrm>
          <a:off x="0" y="0"/>
          <a:ext cx="0" cy="0"/>
          <a:chOff x="0" y="0"/>
          <a:chExt cx="0" cy="0"/>
        </a:xfrm>
      </p:grpSpPr>
      <p:sp>
        <p:nvSpPr>
          <p:cNvPr id="5" name="AutoShape 2" descr="What Is A Server Rack Used For? | Understanding Server Racks">
            <a:extLst>
              <a:ext uri="{FF2B5EF4-FFF2-40B4-BE49-F238E27FC236}">
                <a16:creationId xmlns:a16="http://schemas.microsoft.com/office/drawing/2014/main" id="{DDEA2BFD-8BB2-D832-9FDC-6B44F06EDDC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4" descr="What Is A Server Rack Used For? | Understanding Server Racks">
            <a:extLst>
              <a:ext uri="{FF2B5EF4-FFF2-40B4-BE49-F238E27FC236}">
                <a16:creationId xmlns:a16="http://schemas.microsoft.com/office/drawing/2014/main" id="{49D0BF90-6715-4D13-9082-C7DEA720DFB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 name="AutoShape 6" descr="What Is a Rack Server?">
            <a:extLst>
              <a:ext uri="{FF2B5EF4-FFF2-40B4-BE49-F238E27FC236}">
                <a16:creationId xmlns:a16="http://schemas.microsoft.com/office/drawing/2014/main" id="{4FEA863F-973C-BA1F-411F-8E925B68D4AD}"/>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8" descr="What Is a Rack Server?">
            <a:extLst>
              <a:ext uri="{FF2B5EF4-FFF2-40B4-BE49-F238E27FC236}">
                <a16:creationId xmlns:a16="http://schemas.microsoft.com/office/drawing/2014/main" id="{3B153EFD-D030-70CE-3F73-ECE89B958AA0}"/>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Title 1">
            <a:extLst>
              <a:ext uri="{FF2B5EF4-FFF2-40B4-BE49-F238E27FC236}">
                <a16:creationId xmlns:a16="http://schemas.microsoft.com/office/drawing/2014/main" id="{5E76F332-7AB1-0CD0-EB04-C1D08420FC54}"/>
              </a:ext>
            </a:extLst>
          </p:cNvPr>
          <p:cNvSpPr txBox="1">
            <a:spLocks/>
          </p:cNvSpPr>
          <p:nvPr/>
        </p:nvSpPr>
        <p:spPr>
          <a:xfrm>
            <a:off x="1193426" y="380652"/>
            <a:ext cx="8608037" cy="551001"/>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Energy Consumption</a:t>
            </a:r>
          </a:p>
        </p:txBody>
      </p:sp>
      <p:sp>
        <p:nvSpPr>
          <p:cNvPr id="10" name="Title 1">
            <a:extLst>
              <a:ext uri="{FF2B5EF4-FFF2-40B4-BE49-F238E27FC236}">
                <a16:creationId xmlns:a16="http://schemas.microsoft.com/office/drawing/2014/main" id="{0978FCF6-74DD-02A3-242B-FE51CEC34759}"/>
              </a:ext>
            </a:extLst>
          </p:cNvPr>
          <p:cNvSpPr txBox="1">
            <a:spLocks/>
          </p:cNvSpPr>
          <p:nvPr/>
        </p:nvSpPr>
        <p:spPr>
          <a:xfrm>
            <a:off x="1193426" y="1125920"/>
            <a:ext cx="8608037" cy="551001"/>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342900" indent="-342900" algn="l">
              <a:buFont typeface="Arial" panose="020B0604020202020204" pitchFamily="34" charset="0"/>
              <a:buChar char="•"/>
            </a:pPr>
            <a:r>
              <a:rPr lang="en-US" sz="2400" dirty="0">
                <a:solidFill>
                  <a:schemeClr val="tx2"/>
                </a:solidFill>
              </a:rPr>
              <a:t>Training models is energy intensive</a:t>
            </a:r>
          </a:p>
        </p:txBody>
      </p:sp>
      <p:sp>
        <p:nvSpPr>
          <p:cNvPr id="13" name="Title 1">
            <a:extLst>
              <a:ext uri="{FF2B5EF4-FFF2-40B4-BE49-F238E27FC236}">
                <a16:creationId xmlns:a16="http://schemas.microsoft.com/office/drawing/2014/main" id="{107108D8-A999-4B2A-53EA-A394BDF117AA}"/>
              </a:ext>
            </a:extLst>
          </p:cNvPr>
          <p:cNvSpPr txBox="1">
            <a:spLocks/>
          </p:cNvSpPr>
          <p:nvPr/>
        </p:nvSpPr>
        <p:spPr>
          <a:xfrm>
            <a:off x="6248400" y="2090113"/>
            <a:ext cx="4586365" cy="3896974"/>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285750" indent="-285750" algn="l">
              <a:spcAft>
                <a:spcPts val="1200"/>
              </a:spcAft>
              <a:buFont typeface="Arial" panose="020B0604020202020204" pitchFamily="34" charset="0"/>
              <a:buChar char="•"/>
            </a:pPr>
            <a:r>
              <a:rPr lang="en-US" sz="2600" dirty="0"/>
              <a:t>Insert data about training consumption</a:t>
            </a:r>
          </a:p>
        </p:txBody>
      </p:sp>
      <p:pic>
        <p:nvPicPr>
          <p:cNvPr id="2050" name="Picture 2" descr="Synthetic imagery sets new bar in AI training efficiency | MIT News |  Massachusetts Institute of Technology">
            <a:hlinkClick r:id="rId3"/>
            <a:extLst>
              <a:ext uri="{FF2B5EF4-FFF2-40B4-BE49-F238E27FC236}">
                <a16:creationId xmlns:a16="http://schemas.microsoft.com/office/drawing/2014/main" id="{AC0CAFA9-A652-3227-F679-8D1827956F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62035" y="2582382"/>
            <a:ext cx="3911453" cy="2607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4190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4A6FF-ED0E-F172-06FC-C4E62D1378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A8A1BF-7420-7264-0730-B7A4744B5818}"/>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Co2 Emissions</a:t>
            </a:r>
          </a:p>
        </p:txBody>
      </p:sp>
      <p:pic>
        <p:nvPicPr>
          <p:cNvPr id="3" name="Graphic 84" descr="Factory">
            <a:extLst>
              <a:ext uri="{FF2B5EF4-FFF2-40B4-BE49-F238E27FC236}">
                <a16:creationId xmlns:a16="http://schemas.microsoft.com/office/drawing/2014/main" id="{9D0DC1C2-221C-1ED4-82A2-1A50F18D2B5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Tree>
    <p:extLst>
      <p:ext uri="{BB962C8B-B14F-4D97-AF65-F5344CB8AC3E}">
        <p14:creationId xmlns:p14="http://schemas.microsoft.com/office/powerpoint/2010/main" val="2168884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8A2C7-AD07-575D-CF3A-DB59C961D57D}"/>
            </a:ext>
          </a:extLst>
        </p:cNvPr>
        <p:cNvGrpSpPr/>
        <p:nvPr/>
      </p:nvGrpSpPr>
      <p:grpSpPr>
        <a:xfrm>
          <a:off x="0" y="0"/>
          <a:ext cx="0" cy="0"/>
          <a:chOff x="0" y="0"/>
          <a:chExt cx="0" cy="0"/>
        </a:xfrm>
      </p:grpSpPr>
      <p:sp>
        <p:nvSpPr>
          <p:cNvPr id="5" name="AutoShape 2" descr="What Is A Server Rack Used For? | Understanding Server Racks">
            <a:extLst>
              <a:ext uri="{FF2B5EF4-FFF2-40B4-BE49-F238E27FC236}">
                <a16:creationId xmlns:a16="http://schemas.microsoft.com/office/drawing/2014/main" id="{75FCDE51-4557-F540-D10B-CE38E32B46B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4" descr="What Is A Server Rack Used For? | Understanding Server Racks">
            <a:extLst>
              <a:ext uri="{FF2B5EF4-FFF2-40B4-BE49-F238E27FC236}">
                <a16:creationId xmlns:a16="http://schemas.microsoft.com/office/drawing/2014/main" id="{5D04E1E1-FFFE-93E3-8FAC-8F67D5C3AF4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 name="AutoShape 6" descr="What Is a Rack Server?">
            <a:extLst>
              <a:ext uri="{FF2B5EF4-FFF2-40B4-BE49-F238E27FC236}">
                <a16:creationId xmlns:a16="http://schemas.microsoft.com/office/drawing/2014/main" id="{9B3F6256-FBBC-0E92-DCDB-B4F3F68CB8E1}"/>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8" descr="What Is a Rack Server?">
            <a:extLst>
              <a:ext uri="{FF2B5EF4-FFF2-40B4-BE49-F238E27FC236}">
                <a16:creationId xmlns:a16="http://schemas.microsoft.com/office/drawing/2014/main" id="{5FD96282-17C8-2F33-A2C4-6B8C3C33EA5F}"/>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Title 1">
            <a:extLst>
              <a:ext uri="{FF2B5EF4-FFF2-40B4-BE49-F238E27FC236}">
                <a16:creationId xmlns:a16="http://schemas.microsoft.com/office/drawing/2014/main" id="{B27FEF1B-56AD-5FC2-F7F5-C377C9C5505C}"/>
              </a:ext>
            </a:extLst>
          </p:cNvPr>
          <p:cNvSpPr txBox="1">
            <a:spLocks/>
          </p:cNvSpPr>
          <p:nvPr/>
        </p:nvSpPr>
        <p:spPr>
          <a:xfrm>
            <a:off x="1193426" y="380652"/>
            <a:ext cx="8608037" cy="551001"/>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Co2 Emissions</a:t>
            </a:r>
          </a:p>
        </p:txBody>
      </p:sp>
      <p:sp>
        <p:nvSpPr>
          <p:cNvPr id="10" name="Title 1">
            <a:extLst>
              <a:ext uri="{FF2B5EF4-FFF2-40B4-BE49-F238E27FC236}">
                <a16:creationId xmlns:a16="http://schemas.microsoft.com/office/drawing/2014/main" id="{ECC02FDF-E773-60CE-A1E5-E0A5D552947D}"/>
              </a:ext>
            </a:extLst>
          </p:cNvPr>
          <p:cNvSpPr txBox="1">
            <a:spLocks/>
          </p:cNvSpPr>
          <p:nvPr/>
        </p:nvSpPr>
        <p:spPr>
          <a:xfrm>
            <a:off x="1193426" y="1125920"/>
            <a:ext cx="8608037" cy="551001"/>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342900" indent="-342900" algn="l">
              <a:buFont typeface="Arial" panose="020B0604020202020204" pitchFamily="34" charset="0"/>
              <a:buChar char="•"/>
            </a:pPr>
            <a:r>
              <a:rPr lang="en-US" sz="2400" dirty="0">
                <a:solidFill>
                  <a:schemeClr val="tx2"/>
                </a:solidFill>
              </a:rPr>
              <a:t>Producing energy releases Co2</a:t>
            </a:r>
          </a:p>
        </p:txBody>
      </p:sp>
      <p:sp>
        <p:nvSpPr>
          <p:cNvPr id="13" name="Title 1">
            <a:extLst>
              <a:ext uri="{FF2B5EF4-FFF2-40B4-BE49-F238E27FC236}">
                <a16:creationId xmlns:a16="http://schemas.microsoft.com/office/drawing/2014/main" id="{B91A37B8-AF9C-CD46-DCA8-605F84EE0EE6}"/>
              </a:ext>
            </a:extLst>
          </p:cNvPr>
          <p:cNvSpPr txBox="1">
            <a:spLocks/>
          </p:cNvSpPr>
          <p:nvPr/>
        </p:nvSpPr>
        <p:spPr>
          <a:xfrm>
            <a:off x="6248400" y="2090113"/>
            <a:ext cx="4586365" cy="3896974"/>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285750" indent="-285750" algn="l">
              <a:spcAft>
                <a:spcPts val="1200"/>
              </a:spcAft>
              <a:buFont typeface="Arial" panose="020B0604020202020204" pitchFamily="34" charset="0"/>
              <a:buChar char="•"/>
            </a:pPr>
            <a:r>
              <a:rPr lang="en-US" sz="2600" dirty="0"/>
              <a:t>Most power plants burn fossil fuels to produce energy</a:t>
            </a:r>
          </a:p>
          <a:p>
            <a:pPr marL="285750" indent="-285750" algn="l">
              <a:spcAft>
                <a:spcPts val="1200"/>
              </a:spcAft>
              <a:buFont typeface="Arial" panose="020B0604020202020204" pitchFamily="34" charset="0"/>
              <a:buChar char="•"/>
            </a:pPr>
            <a:r>
              <a:rPr lang="en-US" sz="2600" dirty="0"/>
              <a:t>Burning fossil fuels creates Co2</a:t>
            </a:r>
          </a:p>
          <a:p>
            <a:pPr marL="285750" indent="-285750" algn="l">
              <a:spcAft>
                <a:spcPts val="1200"/>
              </a:spcAft>
              <a:buFont typeface="Arial" panose="020B0604020202020204" pitchFamily="34" charset="0"/>
              <a:buChar char="•"/>
            </a:pPr>
            <a:r>
              <a:rPr lang="en-US" sz="2600" dirty="0"/>
              <a:t>Additional operational costs create Co2</a:t>
            </a:r>
          </a:p>
        </p:txBody>
      </p:sp>
      <p:pic>
        <p:nvPicPr>
          <p:cNvPr id="3074" name="Picture 2" descr="Calculating Carbon Emissions is Key to Improving Health | Human Spaces">
            <a:hlinkClick r:id="rId3"/>
            <a:extLst>
              <a:ext uri="{FF2B5EF4-FFF2-40B4-BE49-F238E27FC236}">
                <a16:creationId xmlns:a16="http://schemas.microsoft.com/office/drawing/2014/main" id="{5D20D190-0D6C-4D16-E6BC-8FAAEA93C1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0481" y="2090114"/>
            <a:ext cx="5349169" cy="35661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6736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6B035-0700-326D-945D-F12B74B6F8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E32D31-A974-1F40-9A61-23ED13C6C902}"/>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Water Consumption</a:t>
            </a:r>
          </a:p>
        </p:txBody>
      </p:sp>
      <p:pic>
        <p:nvPicPr>
          <p:cNvPr id="3" name="Graphic 2" descr="Water">
            <a:extLst>
              <a:ext uri="{FF2B5EF4-FFF2-40B4-BE49-F238E27FC236}">
                <a16:creationId xmlns:a16="http://schemas.microsoft.com/office/drawing/2014/main" id="{8F5CCA58-2F62-6EC9-ABA6-CFAD206CAEB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Tree>
    <p:extLst>
      <p:ext uri="{BB962C8B-B14F-4D97-AF65-F5344CB8AC3E}">
        <p14:creationId xmlns:p14="http://schemas.microsoft.com/office/powerpoint/2010/main" val="28848968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963D-AC8B-2409-3DED-55C0A9D42B71}"/>
            </a:ext>
          </a:extLst>
        </p:cNvPr>
        <p:cNvGrpSpPr/>
        <p:nvPr/>
      </p:nvGrpSpPr>
      <p:grpSpPr>
        <a:xfrm>
          <a:off x="0" y="0"/>
          <a:ext cx="0" cy="0"/>
          <a:chOff x="0" y="0"/>
          <a:chExt cx="0" cy="0"/>
        </a:xfrm>
      </p:grpSpPr>
      <p:sp>
        <p:nvSpPr>
          <p:cNvPr id="5" name="AutoShape 2" descr="What Is A Server Rack Used For? | Understanding Server Racks">
            <a:extLst>
              <a:ext uri="{FF2B5EF4-FFF2-40B4-BE49-F238E27FC236}">
                <a16:creationId xmlns:a16="http://schemas.microsoft.com/office/drawing/2014/main" id="{8CFD1E8C-9AD9-1AC7-9C7E-8AEE21EAB768}"/>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4" descr="What Is A Server Rack Used For? | Understanding Server Racks">
            <a:extLst>
              <a:ext uri="{FF2B5EF4-FFF2-40B4-BE49-F238E27FC236}">
                <a16:creationId xmlns:a16="http://schemas.microsoft.com/office/drawing/2014/main" id="{F616D60B-ED78-CA65-30CE-AD758D34470C}"/>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 name="AutoShape 6" descr="What Is a Rack Server?">
            <a:extLst>
              <a:ext uri="{FF2B5EF4-FFF2-40B4-BE49-F238E27FC236}">
                <a16:creationId xmlns:a16="http://schemas.microsoft.com/office/drawing/2014/main" id="{0515F0F8-F4B4-57CD-0BD6-09BEF676AEC5}"/>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8" descr="What Is a Rack Server?">
            <a:extLst>
              <a:ext uri="{FF2B5EF4-FFF2-40B4-BE49-F238E27FC236}">
                <a16:creationId xmlns:a16="http://schemas.microsoft.com/office/drawing/2014/main" id="{D71E7A78-AC0A-B62E-DEC2-955C4D60C6D4}"/>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descr="What Is a Rack Server?">
            <a:hlinkClick r:id="rId3"/>
            <a:extLst>
              <a:ext uri="{FF2B5EF4-FFF2-40B4-BE49-F238E27FC236}">
                <a16:creationId xmlns:a16="http://schemas.microsoft.com/office/drawing/2014/main" id="{B588EA38-0F5A-423E-27F1-8AB3D7F8872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395185" y="1573405"/>
            <a:ext cx="3826214" cy="2550810"/>
          </a:xfrm>
          <a:prstGeom prst="rect">
            <a:avLst/>
          </a:prstGeom>
          <a:noFill/>
          <a:ln>
            <a:noFill/>
          </a:ln>
        </p:spPr>
      </p:pic>
      <p:sp>
        <p:nvSpPr>
          <p:cNvPr id="9" name="Title 1">
            <a:extLst>
              <a:ext uri="{FF2B5EF4-FFF2-40B4-BE49-F238E27FC236}">
                <a16:creationId xmlns:a16="http://schemas.microsoft.com/office/drawing/2014/main" id="{C2951275-5A7E-B714-25B8-ACF62A1D8A13}"/>
              </a:ext>
            </a:extLst>
          </p:cNvPr>
          <p:cNvSpPr txBox="1">
            <a:spLocks/>
          </p:cNvSpPr>
          <p:nvPr/>
        </p:nvSpPr>
        <p:spPr>
          <a:xfrm>
            <a:off x="1193426" y="380652"/>
            <a:ext cx="8608037" cy="551001"/>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Water Consumption</a:t>
            </a:r>
          </a:p>
        </p:txBody>
      </p:sp>
      <p:sp>
        <p:nvSpPr>
          <p:cNvPr id="10" name="Title 1">
            <a:extLst>
              <a:ext uri="{FF2B5EF4-FFF2-40B4-BE49-F238E27FC236}">
                <a16:creationId xmlns:a16="http://schemas.microsoft.com/office/drawing/2014/main" id="{D62FF205-BF24-3012-54F5-898DC729E0FA}"/>
              </a:ext>
            </a:extLst>
          </p:cNvPr>
          <p:cNvSpPr txBox="1">
            <a:spLocks/>
          </p:cNvSpPr>
          <p:nvPr/>
        </p:nvSpPr>
        <p:spPr>
          <a:xfrm>
            <a:off x="1193426" y="1125920"/>
            <a:ext cx="8608037" cy="551001"/>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342900" indent="-342900" algn="l">
              <a:buFont typeface="Arial" panose="020B0604020202020204" pitchFamily="34" charset="0"/>
              <a:buChar char="•"/>
            </a:pPr>
            <a:r>
              <a:rPr lang="en-US" sz="2400" dirty="0">
                <a:solidFill>
                  <a:schemeClr val="tx2"/>
                </a:solidFill>
              </a:rPr>
              <a:t>Data centers use wasteful cooling methods </a:t>
            </a:r>
          </a:p>
        </p:txBody>
      </p:sp>
      <p:pic>
        <p:nvPicPr>
          <p:cNvPr id="12" name="Picture 2" descr="What is Liquid Cooling? A Guide to the Future of Data Center Cooling.">
            <a:hlinkClick r:id="rId5"/>
            <a:extLst>
              <a:ext uri="{FF2B5EF4-FFF2-40B4-BE49-F238E27FC236}">
                <a16:creationId xmlns:a16="http://schemas.microsoft.com/office/drawing/2014/main" id="{9ABE7D69-5472-0032-AA6A-029135B02E1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0569" y="4227731"/>
            <a:ext cx="4536875" cy="255081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a:extLst>
              <a:ext uri="{FF2B5EF4-FFF2-40B4-BE49-F238E27FC236}">
                <a16:creationId xmlns:a16="http://schemas.microsoft.com/office/drawing/2014/main" id="{80A70AD3-78A5-30B3-1768-17A8EC46CD4E}"/>
              </a:ext>
            </a:extLst>
          </p:cNvPr>
          <p:cNvSpPr txBox="1">
            <a:spLocks/>
          </p:cNvSpPr>
          <p:nvPr/>
        </p:nvSpPr>
        <p:spPr>
          <a:xfrm>
            <a:off x="6248400" y="2090113"/>
            <a:ext cx="4586365" cy="3896974"/>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285750" indent="-285750" algn="l">
              <a:spcAft>
                <a:spcPts val="1200"/>
              </a:spcAft>
              <a:buFont typeface="Arial" panose="020B0604020202020204" pitchFamily="34" charset="0"/>
              <a:buChar char="•"/>
            </a:pPr>
            <a:r>
              <a:rPr lang="en-US" sz="2600" dirty="0"/>
              <a:t>Packed super computers create lots of heat</a:t>
            </a:r>
          </a:p>
          <a:p>
            <a:pPr marL="285750" indent="-285750" algn="l">
              <a:spcAft>
                <a:spcPts val="1200"/>
              </a:spcAft>
              <a:buFont typeface="Arial" panose="020B0604020202020204" pitchFamily="34" charset="0"/>
              <a:buChar char="•"/>
            </a:pPr>
            <a:r>
              <a:rPr lang="en-US" sz="2600" dirty="0"/>
              <a:t>Water tubes touch the computers</a:t>
            </a:r>
          </a:p>
          <a:p>
            <a:pPr marL="285750" indent="-285750" algn="l">
              <a:spcAft>
                <a:spcPts val="1200"/>
              </a:spcAft>
              <a:buFont typeface="Arial" panose="020B0604020202020204" pitchFamily="34" charset="0"/>
              <a:buChar char="•"/>
            </a:pPr>
            <a:r>
              <a:rPr lang="en-US" sz="2600" dirty="0"/>
              <a:t>Heat transfers from computer to tube water</a:t>
            </a:r>
          </a:p>
          <a:p>
            <a:pPr marL="285750" indent="-285750" algn="l">
              <a:spcAft>
                <a:spcPts val="1200"/>
              </a:spcAft>
              <a:buFont typeface="Arial" panose="020B0604020202020204" pitchFamily="34" charset="0"/>
              <a:buChar char="•"/>
            </a:pPr>
            <a:r>
              <a:rPr lang="en-US" sz="2600" dirty="0"/>
              <a:t>Water is cooled back down evaporating in the process</a:t>
            </a:r>
          </a:p>
        </p:txBody>
      </p:sp>
    </p:spTree>
    <p:extLst>
      <p:ext uri="{BB962C8B-B14F-4D97-AF65-F5344CB8AC3E}">
        <p14:creationId xmlns:p14="http://schemas.microsoft.com/office/powerpoint/2010/main" val="9689662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C65C1-9840-FFE2-7F8B-EED12997A8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4C0B-05AF-E6B4-C6F9-73A28D0C4BF7}"/>
              </a:ext>
            </a:extLst>
          </p:cNvPr>
          <p:cNvSpPr txBox="1">
            <a:spLocks/>
          </p:cNvSpPr>
          <p:nvPr/>
        </p:nvSpPr>
        <p:spPr>
          <a:xfrm>
            <a:off x="1193426" y="380652"/>
            <a:ext cx="8608037" cy="551001"/>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Water Consumption</a:t>
            </a:r>
          </a:p>
        </p:txBody>
      </p:sp>
      <p:sp>
        <p:nvSpPr>
          <p:cNvPr id="5" name="AutoShape 2" descr="What Is A Server Rack Used For? | Understanding Server Racks">
            <a:extLst>
              <a:ext uri="{FF2B5EF4-FFF2-40B4-BE49-F238E27FC236}">
                <a16:creationId xmlns:a16="http://schemas.microsoft.com/office/drawing/2014/main" id="{A6052AB0-9E6A-EE59-8B32-F7DB25F5968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4" descr="What Is A Server Rack Used For? | Understanding Server Racks">
            <a:extLst>
              <a:ext uri="{FF2B5EF4-FFF2-40B4-BE49-F238E27FC236}">
                <a16:creationId xmlns:a16="http://schemas.microsoft.com/office/drawing/2014/main" id="{06F95211-98F1-F632-A798-D9C98E336414}"/>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 name="AutoShape 6" descr="What Is a Rack Server?">
            <a:extLst>
              <a:ext uri="{FF2B5EF4-FFF2-40B4-BE49-F238E27FC236}">
                <a16:creationId xmlns:a16="http://schemas.microsoft.com/office/drawing/2014/main" id="{B3B1F133-19DA-2E08-FF9F-0703BFBE4170}"/>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8" descr="What Is a Rack Server?">
            <a:extLst>
              <a:ext uri="{FF2B5EF4-FFF2-40B4-BE49-F238E27FC236}">
                <a16:creationId xmlns:a16="http://schemas.microsoft.com/office/drawing/2014/main" id="{F20F39F2-0D7A-231C-A860-15273A440927}"/>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17,700+ Turbine Generator Stock Illustrations, Royalty-Free Vector Graphics  &amp; Clip Art - iStock | Steam turbine generator, Wind turbine generator, Gas  turbine generator">
            <a:hlinkClick r:id="rId3"/>
            <a:extLst>
              <a:ext uri="{FF2B5EF4-FFF2-40B4-BE49-F238E27FC236}">
                <a16:creationId xmlns:a16="http://schemas.microsoft.com/office/drawing/2014/main" id="{BFE0C722-D30F-BDBA-D1F9-1BB0FC71626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04835" y="2263720"/>
            <a:ext cx="5195965" cy="3896974"/>
          </a:xfrm>
          <a:prstGeom prst="rect">
            <a:avLst/>
          </a:prstGeom>
          <a:noFill/>
          <a:extLst>
            <a:ext uri="{909E8E84-426E-40DD-AFC4-6F175D3DCCD1}">
              <a14:hiddenFill xmlns:a14="http://schemas.microsoft.com/office/drawing/2010/main">
                <a:solidFill>
                  <a:srgbClr val="FFFFFF"/>
                </a:solidFill>
              </a14:hiddenFill>
            </a:ext>
          </a:extLst>
        </p:spPr>
      </p:pic>
      <p:sp>
        <p:nvSpPr>
          <p:cNvPr id="4" name="Title 1">
            <a:extLst>
              <a:ext uri="{FF2B5EF4-FFF2-40B4-BE49-F238E27FC236}">
                <a16:creationId xmlns:a16="http://schemas.microsoft.com/office/drawing/2014/main" id="{181B6011-1D44-4DAA-EAB1-356F67F760B8}"/>
              </a:ext>
            </a:extLst>
          </p:cNvPr>
          <p:cNvSpPr txBox="1">
            <a:spLocks/>
          </p:cNvSpPr>
          <p:nvPr/>
        </p:nvSpPr>
        <p:spPr>
          <a:xfrm>
            <a:off x="1193426" y="1125920"/>
            <a:ext cx="8608037" cy="551001"/>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342900" indent="-342900" algn="l">
              <a:buFont typeface="Arial" panose="020B0604020202020204" pitchFamily="34" charset="0"/>
              <a:buChar char="•"/>
            </a:pPr>
            <a:r>
              <a:rPr lang="en-US" sz="2400" dirty="0">
                <a:solidFill>
                  <a:schemeClr val="tx2"/>
                </a:solidFill>
              </a:rPr>
              <a:t>Data center electricity comes from wasteful plants</a:t>
            </a:r>
          </a:p>
        </p:txBody>
      </p:sp>
      <p:sp>
        <p:nvSpPr>
          <p:cNvPr id="9" name="Title 1">
            <a:extLst>
              <a:ext uri="{FF2B5EF4-FFF2-40B4-BE49-F238E27FC236}">
                <a16:creationId xmlns:a16="http://schemas.microsoft.com/office/drawing/2014/main" id="{7CA7F7D7-579B-C3C0-4B8F-5CF65003442A}"/>
              </a:ext>
            </a:extLst>
          </p:cNvPr>
          <p:cNvSpPr txBox="1">
            <a:spLocks/>
          </p:cNvSpPr>
          <p:nvPr/>
        </p:nvSpPr>
        <p:spPr>
          <a:xfrm>
            <a:off x="6705600" y="2263720"/>
            <a:ext cx="4586365" cy="3896974"/>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285750" indent="-285750" algn="l">
              <a:spcAft>
                <a:spcPts val="1200"/>
              </a:spcAft>
              <a:buFont typeface="Arial" panose="020B0604020202020204" pitchFamily="34" charset="0"/>
              <a:buChar char="•"/>
            </a:pPr>
            <a:r>
              <a:rPr lang="en-US" sz="2600" dirty="0"/>
              <a:t>Water comes from fresh water sources</a:t>
            </a:r>
          </a:p>
          <a:p>
            <a:pPr marL="285750" indent="-285750" algn="l">
              <a:spcAft>
                <a:spcPts val="1200"/>
              </a:spcAft>
              <a:buFont typeface="Arial" panose="020B0604020202020204" pitchFamily="34" charset="0"/>
              <a:buChar char="•"/>
            </a:pPr>
            <a:r>
              <a:rPr lang="en-US" sz="2600" dirty="0"/>
              <a:t>Water is evaporated into steam</a:t>
            </a:r>
          </a:p>
          <a:p>
            <a:pPr marL="285750" indent="-285750" algn="l">
              <a:spcAft>
                <a:spcPts val="1200"/>
              </a:spcAft>
              <a:buFont typeface="Arial" panose="020B0604020202020204" pitchFamily="34" charset="0"/>
              <a:buChar char="•"/>
            </a:pPr>
            <a:r>
              <a:rPr lang="en-US" sz="2600" dirty="0"/>
              <a:t>Steam makes turbines spin</a:t>
            </a:r>
          </a:p>
          <a:p>
            <a:pPr marL="285750" indent="-285750" algn="l">
              <a:spcAft>
                <a:spcPts val="1200"/>
              </a:spcAft>
              <a:buFont typeface="Arial" panose="020B0604020202020204" pitchFamily="34" charset="0"/>
              <a:buChar char="•"/>
            </a:pPr>
            <a:r>
              <a:rPr lang="en-US" sz="2600" dirty="0"/>
              <a:t>Turbine motion is turned into electricity sent to data center.</a:t>
            </a:r>
          </a:p>
        </p:txBody>
      </p:sp>
    </p:spTree>
    <p:extLst>
      <p:ext uri="{BB962C8B-B14F-4D97-AF65-F5344CB8AC3E}">
        <p14:creationId xmlns:p14="http://schemas.microsoft.com/office/powerpoint/2010/main" val="9203237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7B8A3-FA3C-892C-6906-D6B155D40D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887DF-6D38-558E-6D13-E0C3ABA75330}"/>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Solutions </a:t>
            </a:r>
            <a:r>
              <a:rPr lang="en-US"/>
              <a:t>/ Mitigation</a:t>
            </a:r>
            <a:endParaRPr lang="en-US" dirty="0"/>
          </a:p>
        </p:txBody>
      </p:sp>
      <p:pic>
        <p:nvPicPr>
          <p:cNvPr id="3" name="Graphic 2" descr="House">
            <a:extLst>
              <a:ext uri="{FF2B5EF4-FFF2-40B4-BE49-F238E27FC236}">
                <a16:creationId xmlns:a16="http://schemas.microsoft.com/office/drawing/2014/main" id="{9BD7A81F-84D0-8AAB-B58A-94301E1E39A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4" name="Title 1">
            <a:extLst>
              <a:ext uri="{FF2B5EF4-FFF2-40B4-BE49-F238E27FC236}">
                <a16:creationId xmlns:a16="http://schemas.microsoft.com/office/drawing/2014/main" id="{E6EB910C-A6BF-E59A-53DF-5B5BB03905AA}"/>
              </a:ext>
            </a:extLst>
          </p:cNvPr>
          <p:cNvSpPr txBox="1">
            <a:spLocks/>
          </p:cNvSpPr>
          <p:nvPr/>
        </p:nvSpPr>
        <p:spPr>
          <a:xfrm>
            <a:off x="2147744" y="1716054"/>
            <a:ext cx="5243780" cy="3997828"/>
          </a:xfrm>
          <a:prstGeom prst="rect">
            <a:avLst/>
          </a:prstGeom>
        </p:spPr>
        <p:txBody>
          <a:bodyPr vert="horz" lIns="91440" tIns="45720" rIns="91440" bIns="45720" rtlCol="0" anchor="t">
            <a:norm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285750" indent="-285750" defTabSz="914400">
              <a:lnSpc>
                <a:spcPct val="110000"/>
              </a:lnSpc>
              <a:spcBef>
                <a:spcPts val="500"/>
              </a:spcBef>
              <a:spcAft>
                <a:spcPts val="600"/>
              </a:spcAft>
              <a:buClr>
                <a:schemeClr val="accent6"/>
              </a:buClr>
              <a:buSzPct val="90000"/>
              <a:buFont typeface="Arial"/>
              <a:buChar char="•"/>
            </a:pPr>
            <a:r>
              <a:rPr lang="en-US" sz="1800" dirty="0">
                <a:solidFill>
                  <a:schemeClr val="tx1"/>
                </a:solidFill>
                <a:latin typeface="+mn-lt"/>
                <a:ea typeface="+mn-ea"/>
                <a:cs typeface="Arial" panose="020B0604020202020204"/>
              </a:rPr>
              <a:t>Reduce demand</a:t>
            </a:r>
          </a:p>
          <a:p>
            <a:pPr marL="285750" indent="-285750" defTabSz="914400">
              <a:lnSpc>
                <a:spcPct val="110000"/>
              </a:lnSpc>
              <a:spcBef>
                <a:spcPts val="500"/>
              </a:spcBef>
              <a:spcAft>
                <a:spcPts val="600"/>
              </a:spcAft>
              <a:buClr>
                <a:srgbClr val="8EC0C1"/>
              </a:buClr>
              <a:buSzPct val="90000"/>
              <a:buFont typeface="Arial"/>
              <a:buChar char="•"/>
            </a:pPr>
            <a:r>
              <a:rPr lang="en-US" sz="1800" dirty="0">
                <a:solidFill>
                  <a:schemeClr val="tx1"/>
                </a:solidFill>
                <a:latin typeface="+mn-lt"/>
                <a:ea typeface="+mn-ea"/>
                <a:cs typeface="Arial" panose="020B0604020202020204"/>
              </a:rPr>
              <a:t>Take legal action</a:t>
            </a:r>
          </a:p>
          <a:p>
            <a:pPr defTabSz="914400">
              <a:lnSpc>
                <a:spcPct val="110000"/>
              </a:lnSpc>
              <a:spcBef>
                <a:spcPts val="500"/>
              </a:spcBef>
              <a:spcAft>
                <a:spcPts val="600"/>
              </a:spcAft>
            </a:pPr>
            <a:endParaRPr lang="en-US" sz="2000" dirty="0">
              <a:solidFill>
                <a:schemeClr val="tx1"/>
              </a:solidFill>
              <a:latin typeface="+mn-lt"/>
              <a:ea typeface="+mn-ea"/>
              <a:cs typeface="Arial" panose="020B0604020202020204"/>
            </a:endParaRPr>
          </a:p>
        </p:txBody>
      </p:sp>
    </p:spTree>
    <p:extLst>
      <p:ext uri="{BB962C8B-B14F-4D97-AF65-F5344CB8AC3E}">
        <p14:creationId xmlns:p14="http://schemas.microsoft.com/office/powerpoint/2010/main" val="2754304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DE91B-20AB-D4CD-C0C2-6066E64F2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AEE0E5-9CD0-3800-3414-EB10700B284C}"/>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Reduce Demand</a:t>
            </a:r>
          </a:p>
        </p:txBody>
      </p:sp>
      <p:pic>
        <p:nvPicPr>
          <p:cNvPr id="3" name="Graphic 2" descr="House">
            <a:extLst>
              <a:ext uri="{FF2B5EF4-FFF2-40B4-BE49-F238E27FC236}">
                <a16:creationId xmlns:a16="http://schemas.microsoft.com/office/drawing/2014/main" id="{FE3C1965-D96C-5204-AB31-5EA29607972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4" name="Title 1">
            <a:extLst>
              <a:ext uri="{FF2B5EF4-FFF2-40B4-BE49-F238E27FC236}">
                <a16:creationId xmlns:a16="http://schemas.microsoft.com/office/drawing/2014/main" id="{B68BA0B5-EE1A-496B-031A-C22E59F747CD}"/>
              </a:ext>
            </a:extLst>
          </p:cNvPr>
          <p:cNvSpPr txBox="1">
            <a:spLocks/>
          </p:cNvSpPr>
          <p:nvPr/>
        </p:nvSpPr>
        <p:spPr>
          <a:xfrm>
            <a:off x="2147744" y="1716054"/>
            <a:ext cx="5243780" cy="3997828"/>
          </a:xfrm>
          <a:prstGeom prst="rect">
            <a:avLst/>
          </a:prstGeom>
        </p:spPr>
        <p:txBody>
          <a:bodyPr vert="horz" lIns="91440" tIns="45720" rIns="91440" bIns="45720" rtlCol="0" anchor="t">
            <a:norm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285750" indent="-285750" defTabSz="914400">
              <a:lnSpc>
                <a:spcPct val="110000"/>
              </a:lnSpc>
              <a:spcBef>
                <a:spcPts val="500"/>
              </a:spcBef>
              <a:spcAft>
                <a:spcPts val="600"/>
              </a:spcAft>
              <a:buClr>
                <a:schemeClr val="accent6"/>
              </a:buClr>
              <a:buSzPct val="90000"/>
              <a:buFont typeface="Arial"/>
              <a:buChar char="•"/>
            </a:pPr>
            <a:r>
              <a:rPr lang="en-US" sz="1800" dirty="0">
                <a:solidFill>
                  <a:schemeClr val="tx1"/>
                </a:solidFill>
                <a:latin typeface="+mn-lt"/>
                <a:ea typeface="+mn-ea"/>
                <a:cs typeface="Arial" panose="020B0604020202020204"/>
              </a:rPr>
              <a:t>Limit use of video models like Veo and Sora only to what is necessary</a:t>
            </a:r>
          </a:p>
          <a:p>
            <a:pPr marL="285750" indent="-285750" defTabSz="914400">
              <a:lnSpc>
                <a:spcPct val="110000"/>
              </a:lnSpc>
              <a:spcBef>
                <a:spcPts val="500"/>
              </a:spcBef>
              <a:spcAft>
                <a:spcPts val="600"/>
              </a:spcAft>
              <a:buClr>
                <a:srgbClr val="8EC0C1"/>
              </a:buClr>
              <a:buSzPct val="90000"/>
              <a:buFont typeface="Arial"/>
              <a:buChar char="•"/>
            </a:pPr>
            <a:r>
              <a:rPr lang="en-US" sz="1800" dirty="0">
                <a:solidFill>
                  <a:schemeClr val="tx1"/>
                </a:solidFill>
                <a:latin typeface="+mn-lt"/>
                <a:ea typeface="+mn-ea"/>
                <a:cs typeface="Arial" panose="020B0604020202020204"/>
              </a:rPr>
              <a:t>Find and re-use old search prompts for answers instead of re-prompting the model</a:t>
            </a:r>
          </a:p>
          <a:p>
            <a:pPr marL="285750" indent="-285750" defTabSz="914400">
              <a:lnSpc>
                <a:spcPct val="110000"/>
              </a:lnSpc>
              <a:spcBef>
                <a:spcPts val="500"/>
              </a:spcBef>
              <a:spcAft>
                <a:spcPts val="600"/>
              </a:spcAft>
              <a:buClr>
                <a:srgbClr val="8EC0C1"/>
              </a:buClr>
              <a:buSzPct val="90000"/>
              <a:buFont typeface="Arial"/>
              <a:buChar char="•"/>
            </a:pPr>
            <a:r>
              <a:rPr lang="en-US" sz="1800" dirty="0">
                <a:solidFill>
                  <a:schemeClr val="tx1"/>
                </a:solidFill>
                <a:latin typeface="+mn-lt"/>
                <a:ea typeface="+mn-ea"/>
                <a:cs typeface="Arial" panose="020B0604020202020204"/>
              </a:rPr>
              <a:t>Disable auto/embedded AI when possible ex. Google Search AI results.</a:t>
            </a:r>
          </a:p>
          <a:p>
            <a:pPr marL="285750" indent="-285750" defTabSz="914400">
              <a:lnSpc>
                <a:spcPct val="110000"/>
              </a:lnSpc>
              <a:spcBef>
                <a:spcPts val="500"/>
              </a:spcBef>
              <a:spcAft>
                <a:spcPts val="600"/>
              </a:spcAft>
              <a:buClr>
                <a:srgbClr val="8EC0C1"/>
              </a:buClr>
              <a:buSzPct val="90000"/>
              <a:buFont typeface="Arial"/>
              <a:buChar char="•"/>
            </a:pPr>
            <a:r>
              <a:rPr lang="en-US" sz="1800" dirty="0">
                <a:solidFill>
                  <a:schemeClr val="tx1"/>
                </a:solidFill>
                <a:latin typeface="+mn-lt"/>
                <a:ea typeface="+mn-ea"/>
                <a:cs typeface="Arial" panose="020B0604020202020204"/>
              </a:rPr>
              <a:t>Use models locally whenever possible</a:t>
            </a:r>
          </a:p>
          <a:p>
            <a:pPr defTabSz="914400">
              <a:lnSpc>
                <a:spcPct val="110000"/>
              </a:lnSpc>
              <a:spcBef>
                <a:spcPts val="500"/>
              </a:spcBef>
              <a:spcAft>
                <a:spcPts val="600"/>
              </a:spcAft>
            </a:pPr>
            <a:endParaRPr lang="en-US" sz="2000" dirty="0">
              <a:solidFill>
                <a:schemeClr val="tx1"/>
              </a:solidFill>
              <a:latin typeface="+mn-lt"/>
              <a:ea typeface="+mn-ea"/>
              <a:cs typeface="Arial" panose="020B0604020202020204"/>
            </a:endParaRPr>
          </a:p>
        </p:txBody>
      </p:sp>
    </p:spTree>
    <p:extLst>
      <p:ext uri="{BB962C8B-B14F-4D97-AF65-F5344CB8AC3E}">
        <p14:creationId xmlns:p14="http://schemas.microsoft.com/office/powerpoint/2010/main" val="4863045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EF7EB5-5ADF-D8BF-925F-992BDE15C8B6}"/>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a:cs typeface="Arial"/>
              </a:rPr>
              <a:t>Using Models Locally </a:t>
            </a:r>
          </a:p>
        </p:txBody>
      </p:sp>
      <p:sp>
        <p:nvSpPr>
          <p:cNvPr id="3" name="Title 1">
            <a:extLst>
              <a:ext uri="{FF2B5EF4-FFF2-40B4-BE49-F238E27FC236}">
                <a16:creationId xmlns:a16="http://schemas.microsoft.com/office/drawing/2014/main" id="{55283032-CB30-EDC0-7329-14BBF7381E06}"/>
              </a:ext>
            </a:extLst>
          </p:cNvPr>
          <p:cNvSpPr txBox="1">
            <a:spLocks/>
          </p:cNvSpPr>
          <p:nvPr/>
        </p:nvSpPr>
        <p:spPr>
          <a:xfrm>
            <a:off x="1975805" y="2052116"/>
            <a:ext cx="5243780" cy="3997828"/>
          </a:xfrm>
          <a:prstGeom prst="rect">
            <a:avLst/>
          </a:prstGeom>
        </p:spPr>
        <p:txBody>
          <a:bodyPr vert="horz" lIns="91440" tIns="45720" rIns="91440" bIns="45720" rtlCol="0" anchor="t">
            <a:norm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defTabSz="914400">
              <a:lnSpc>
                <a:spcPct val="110000"/>
              </a:lnSpc>
              <a:spcBef>
                <a:spcPts val="500"/>
              </a:spcBef>
              <a:spcAft>
                <a:spcPts val="600"/>
              </a:spcAft>
              <a:buClr>
                <a:schemeClr val="accent6"/>
              </a:buClr>
              <a:buSzPct val="90000"/>
            </a:pPr>
            <a:endParaRPr lang="en-US" sz="2000">
              <a:solidFill>
                <a:schemeClr val="tx1"/>
              </a:solidFill>
              <a:latin typeface="+mn-lt"/>
              <a:cs typeface="Arial" panose="020B0604020202020204"/>
            </a:endParaRPr>
          </a:p>
        </p:txBody>
      </p:sp>
      <p:pic>
        <p:nvPicPr>
          <p:cNvPr id="4" name="Graphic 3" descr="House">
            <a:extLst>
              <a:ext uri="{FF2B5EF4-FFF2-40B4-BE49-F238E27FC236}">
                <a16:creationId xmlns:a16="http://schemas.microsoft.com/office/drawing/2014/main" id="{E51B1367-B70C-0063-7B54-72776D44B80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5" name="Title 1">
            <a:extLst>
              <a:ext uri="{FF2B5EF4-FFF2-40B4-BE49-F238E27FC236}">
                <a16:creationId xmlns:a16="http://schemas.microsoft.com/office/drawing/2014/main" id="{A455A1EB-0438-222C-D797-BCEEEFFAD706}"/>
              </a:ext>
            </a:extLst>
          </p:cNvPr>
          <p:cNvSpPr txBox="1">
            <a:spLocks/>
          </p:cNvSpPr>
          <p:nvPr/>
        </p:nvSpPr>
        <p:spPr>
          <a:xfrm>
            <a:off x="2128205" y="2204516"/>
            <a:ext cx="5243780" cy="3997828"/>
          </a:xfrm>
          <a:prstGeom prst="rect">
            <a:avLst/>
          </a:prstGeom>
        </p:spPr>
        <p:txBody>
          <a:bodyPr vert="horz" lIns="91440" tIns="45720" rIns="91440" bIns="45720" rtlCol="0" anchor="t">
            <a:norm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defTabSz="914400">
              <a:lnSpc>
                <a:spcPct val="110000"/>
              </a:lnSpc>
              <a:spcBef>
                <a:spcPts val="500"/>
              </a:spcBef>
              <a:spcAft>
                <a:spcPts val="600"/>
              </a:spcAft>
              <a:buClr>
                <a:schemeClr val="accent6"/>
              </a:buClr>
              <a:buSzPct val="90000"/>
            </a:pPr>
            <a:r>
              <a:rPr lang="en-US" sz="1800">
                <a:solidFill>
                  <a:schemeClr val="tx1"/>
                </a:solidFill>
                <a:latin typeface="+mn-lt"/>
                <a:ea typeface="+mn-ea"/>
                <a:cs typeface="Arial" panose="020B0604020202020204"/>
              </a:rPr>
              <a:t>LM Studio</a:t>
            </a:r>
          </a:p>
          <a:p>
            <a:pPr defTabSz="914400">
              <a:lnSpc>
                <a:spcPct val="110000"/>
              </a:lnSpc>
              <a:spcBef>
                <a:spcPts val="500"/>
              </a:spcBef>
              <a:spcAft>
                <a:spcPts val="600"/>
              </a:spcAft>
            </a:pPr>
            <a:endParaRPr lang="en-US" sz="1800">
              <a:solidFill>
                <a:schemeClr val="tx1"/>
              </a:solidFill>
              <a:latin typeface="+mn-lt"/>
              <a:ea typeface="+mn-ea"/>
              <a:cs typeface="Arial" panose="020B0604020202020204"/>
            </a:endParaRPr>
          </a:p>
          <a:p>
            <a:pPr defTabSz="914400">
              <a:lnSpc>
                <a:spcPct val="110000"/>
              </a:lnSpc>
              <a:spcBef>
                <a:spcPts val="500"/>
              </a:spcBef>
              <a:spcAft>
                <a:spcPts val="600"/>
              </a:spcAft>
            </a:pPr>
            <a:endParaRPr lang="en-US" sz="2000">
              <a:solidFill>
                <a:schemeClr val="tx1"/>
              </a:solidFill>
              <a:latin typeface="+mn-lt"/>
              <a:ea typeface="+mn-ea"/>
              <a:cs typeface="Arial" panose="020B0604020202020204"/>
            </a:endParaRPr>
          </a:p>
        </p:txBody>
      </p:sp>
    </p:spTree>
    <p:extLst>
      <p:ext uri="{BB962C8B-B14F-4D97-AF65-F5344CB8AC3E}">
        <p14:creationId xmlns:p14="http://schemas.microsoft.com/office/powerpoint/2010/main" val="10868481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85C02-4399-0A32-1353-91BA7FFF86E3}"/>
              </a:ext>
            </a:extLst>
          </p:cNvPr>
          <p:cNvSpPr txBox="1">
            <a:spLocks/>
          </p:cNvSpPr>
          <p:nvPr/>
        </p:nvSpPr>
        <p:spPr>
          <a:xfrm>
            <a:off x="1969803" y="808056"/>
            <a:ext cx="8608037"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t>Take Legal action</a:t>
            </a:r>
          </a:p>
        </p:txBody>
      </p:sp>
      <p:pic>
        <p:nvPicPr>
          <p:cNvPr id="3" name="Graphic 2" descr="House">
            <a:extLst>
              <a:ext uri="{FF2B5EF4-FFF2-40B4-BE49-F238E27FC236}">
                <a16:creationId xmlns:a16="http://schemas.microsoft.com/office/drawing/2014/main" id="{D1959D55-7178-A03D-1C79-47F7A4644C0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9123" y="2924092"/>
            <a:ext cx="2222842" cy="2222842"/>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4" name="Title 1">
            <a:extLst>
              <a:ext uri="{FF2B5EF4-FFF2-40B4-BE49-F238E27FC236}">
                <a16:creationId xmlns:a16="http://schemas.microsoft.com/office/drawing/2014/main" id="{87BCB035-CF1A-86F5-A92B-0F0F66C5683B}"/>
              </a:ext>
            </a:extLst>
          </p:cNvPr>
          <p:cNvSpPr txBox="1">
            <a:spLocks/>
          </p:cNvSpPr>
          <p:nvPr/>
        </p:nvSpPr>
        <p:spPr>
          <a:xfrm>
            <a:off x="2147744" y="1716054"/>
            <a:ext cx="5243780" cy="3997828"/>
          </a:xfrm>
          <a:prstGeom prst="rect">
            <a:avLst/>
          </a:prstGeom>
        </p:spPr>
        <p:txBody>
          <a:bodyPr vert="horz" lIns="91440" tIns="45720" rIns="91440" bIns="45720" rtlCol="0" anchor="t">
            <a:norm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285750" indent="-285750" defTabSz="914400">
              <a:lnSpc>
                <a:spcPct val="110000"/>
              </a:lnSpc>
              <a:spcBef>
                <a:spcPts val="500"/>
              </a:spcBef>
              <a:spcAft>
                <a:spcPts val="600"/>
              </a:spcAft>
              <a:buClr>
                <a:srgbClr val="8EC0C1"/>
              </a:buClr>
              <a:buSzPct val="90000"/>
              <a:buFont typeface="Arial"/>
              <a:buChar char="•"/>
            </a:pPr>
            <a:r>
              <a:rPr lang="en-US" sz="1800" dirty="0">
                <a:solidFill>
                  <a:schemeClr val="tx1"/>
                </a:solidFill>
                <a:latin typeface="+mn-lt"/>
                <a:ea typeface="+mn-ea"/>
                <a:cs typeface="Arial" panose="020B0604020202020204"/>
              </a:rPr>
              <a:t>Vote on propositions related to data center development </a:t>
            </a:r>
          </a:p>
          <a:p>
            <a:pPr defTabSz="914400">
              <a:lnSpc>
                <a:spcPct val="110000"/>
              </a:lnSpc>
              <a:spcBef>
                <a:spcPts val="500"/>
              </a:spcBef>
              <a:spcAft>
                <a:spcPts val="600"/>
              </a:spcAft>
            </a:pPr>
            <a:endParaRPr lang="en-US" sz="2000" dirty="0">
              <a:solidFill>
                <a:schemeClr val="tx1"/>
              </a:solidFill>
              <a:latin typeface="+mn-lt"/>
              <a:ea typeface="+mn-ea"/>
              <a:cs typeface="Arial" panose="020B0604020202020204"/>
            </a:endParaRPr>
          </a:p>
        </p:txBody>
      </p:sp>
    </p:spTree>
    <p:extLst>
      <p:ext uri="{BB962C8B-B14F-4D97-AF65-F5344CB8AC3E}">
        <p14:creationId xmlns:p14="http://schemas.microsoft.com/office/powerpoint/2010/main" val="19198811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482FA-9635-9BB1-700C-314CD430AD7C}"/>
              </a:ext>
            </a:extLst>
          </p:cNvPr>
          <p:cNvSpPr txBox="1">
            <a:spLocks/>
          </p:cNvSpPr>
          <p:nvPr/>
        </p:nvSpPr>
        <p:spPr>
          <a:xfrm>
            <a:off x="1325933" y="836631"/>
            <a:ext cx="7958331" cy="1077229"/>
          </a:xfrm>
          <a:prstGeom prst="rect">
            <a:avLst/>
          </a:prstGeom>
        </p:spPr>
        <p:txBody>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a:t>Objectives</a:t>
            </a:r>
          </a:p>
        </p:txBody>
      </p:sp>
      <p:sp>
        <p:nvSpPr>
          <p:cNvPr id="3" name="Content Placeholder 2">
            <a:extLst>
              <a:ext uri="{FF2B5EF4-FFF2-40B4-BE49-F238E27FC236}">
                <a16:creationId xmlns:a16="http://schemas.microsoft.com/office/drawing/2014/main" id="{32E9113A-D702-18A3-DB5C-5964EC20E542}"/>
              </a:ext>
            </a:extLst>
          </p:cNvPr>
          <p:cNvSpPr txBox="1">
            <a:spLocks/>
          </p:cNvSpPr>
          <p:nvPr/>
        </p:nvSpPr>
        <p:spPr>
          <a:xfrm>
            <a:off x="1487724" y="1713462"/>
            <a:ext cx="7796540" cy="3997828"/>
          </a:xfrm>
          <a:prstGeom prst="rect">
            <a:avLst/>
          </a:prstGeom>
        </p:spPr>
        <p:txBody>
          <a:bodyPr/>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457200" indent="-457200">
              <a:buFont typeface="+mj-lt"/>
              <a:buAutoNum type="arabicPeriod"/>
            </a:pPr>
            <a:r>
              <a:rPr lang="en-US" dirty="0"/>
              <a:t>Insert</a:t>
            </a:r>
          </a:p>
        </p:txBody>
      </p:sp>
    </p:spTree>
    <p:extLst>
      <p:ext uri="{BB962C8B-B14F-4D97-AF65-F5344CB8AC3E}">
        <p14:creationId xmlns:p14="http://schemas.microsoft.com/office/powerpoint/2010/main" val="5886165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780C2-40BE-EC97-D381-AE1F9B2588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252374-3D0D-94F0-4959-16BFDA371C16}"/>
              </a:ext>
            </a:extLst>
          </p:cNvPr>
          <p:cNvSpPr txBox="1">
            <a:spLocks/>
          </p:cNvSpPr>
          <p:nvPr/>
        </p:nvSpPr>
        <p:spPr>
          <a:xfrm>
            <a:off x="1325933" y="836631"/>
            <a:ext cx="7958331" cy="1077229"/>
          </a:xfrm>
          <a:prstGeom prst="rect">
            <a:avLst/>
          </a:prstGeom>
        </p:spPr>
        <p:txBody>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a:cs typeface="Arial"/>
              </a:rPr>
              <a:t>Course Skills Used:</a:t>
            </a:r>
            <a:endParaRPr lang="en-US"/>
          </a:p>
        </p:txBody>
      </p:sp>
      <p:sp>
        <p:nvSpPr>
          <p:cNvPr id="3" name="Content Placeholder 2">
            <a:extLst>
              <a:ext uri="{FF2B5EF4-FFF2-40B4-BE49-F238E27FC236}">
                <a16:creationId xmlns:a16="http://schemas.microsoft.com/office/drawing/2014/main" id="{B31DBF1D-9CE1-BD77-E7F0-ACE7FBA59419}"/>
              </a:ext>
            </a:extLst>
          </p:cNvPr>
          <p:cNvSpPr txBox="1">
            <a:spLocks/>
          </p:cNvSpPr>
          <p:nvPr/>
        </p:nvSpPr>
        <p:spPr>
          <a:xfrm>
            <a:off x="1478543" y="1716267"/>
            <a:ext cx="7807123" cy="4283578"/>
          </a:xfrm>
          <a:prstGeom prst="rect">
            <a:avLst/>
          </a:prstGeom>
        </p:spPr>
        <p:txBody>
          <a:bodyPr lIns="91440" tIns="45720" rIns="91440" bIns="45720" anchor="t"/>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344170" indent="-337820">
              <a:buFont typeface="Wingdings" panose="020B0604020202020204"/>
              <a:buChar char="§"/>
            </a:pPr>
            <a:r>
              <a:rPr lang="en-US" dirty="0">
                <a:cs typeface="Arial"/>
              </a:rPr>
              <a:t> Insert</a:t>
            </a:r>
          </a:p>
          <a:p>
            <a:pPr marL="457200" indent="-457200">
              <a:buFont typeface="Wingdings" panose="020B0604020202020204"/>
              <a:buChar char="§"/>
            </a:pPr>
            <a:endParaRPr lang="en-US" dirty="0">
              <a:cs typeface="Arial"/>
            </a:endParaRPr>
          </a:p>
          <a:p>
            <a:pPr marL="344170" indent="-337820"/>
            <a:endParaRPr lang="en-US" dirty="0">
              <a:cs typeface="Arial"/>
            </a:endParaRPr>
          </a:p>
        </p:txBody>
      </p:sp>
    </p:spTree>
    <p:extLst>
      <p:ext uri="{BB962C8B-B14F-4D97-AF65-F5344CB8AC3E}">
        <p14:creationId xmlns:p14="http://schemas.microsoft.com/office/powerpoint/2010/main" val="7682393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91014-0F1B-74AB-0A9E-8B9F6DB32B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DEEB2-4E17-BE22-63BD-ABD39565B82C}"/>
              </a:ext>
            </a:extLst>
          </p:cNvPr>
          <p:cNvSpPr txBox="1">
            <a:spLocks/>
          </p:cNvSpPr>
          <p:nvPr/>
        </p:nvSpPr>
        <p:spPr>
          <a:xfrm>
            <a:off x="1325933" y="286298"/>
            <a:ext cx="7958331" cy="1077229"/>
          </a:xfrm>
          <a:prstGeom prst="rect">
            <a:avLst/>
          </a:prstGeom>
        </p:spPr>
        <p:txBody>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a:cs typeface="Arial"/>
              </a:rPr>
              <a:t>Future Work:</a:t>
            </a:r>
            <a:endParaRPr lang="en-US"/>
          </a:p>
        </p:txBody>
      </p:sp>
      <p:sp>
        <p:nvSpPr>
          <p:cNvPr id="3" name="Content Placeholder 2">
            <a:extLst>
              <a:ext uri="{FF2B5EF4-FFF2-40B4-BE49-F238E27FC236}">
                <a16:creationId xmlns:a16="http://schemas.microsoft.com/office/drawing/2014/main" id="{9E2E31EF-E293-51C5-A46B-E064A2807F2E}"/>
              </a:ext>
            </a:extLst>
          </p:cNvPr>
          <p:cNvSpPr txBox="1">
            <a:spLocks/>
          </p:cNvSpPr>
          <p:nvPr/>
        </p:nvSpPr>
        <p:spPr>
          <a:xfrm>
            <a:off x="1328974" y="905940"/>
            <a:ext cx="7807123" cy="2410328"/>
          </a:xfrm>
          <a:prstGeom prst="rect">
            <a:avLst/>
          </a:prstGeom>
        </p:spPr>
        <p:txBody>
          <a:bodyPr lIns="91440" tIns="45720" rIns="91440" bIns="45720" anchor="t"/>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344170" indent="-337820">
              <a:buFont typeface="Wingdings" panose="020B0604020202020204"/>
              <a:buChar char="§"/>
            </a:pPr>
            <a:r>
              <a:rPr lang="en-US" dirty="0">
                <a:cs typeface="Arial"/>
              </a:rPr>
              <a:t>Insert</a:t>
            </a:r>
          </a:p>
          <a:p>
            <a:pPr marL="344170" indent="-337820">
              <a:buFont typeface="Wingdings" panose="020B0604020202020204"/>
            </a:pPr>
            <a:endParaRPr lang="en-US" dirty="0">
              <a:cs typeface="Arial"/>
            </a:endParaRPr>
          </a:p>
          <a:p>
            <a:pPr marL="457200" indent="-457200">
              <a:buFont typeface="Wingdings" panose="020B0604020202020204"/>
            </a:pPr>
            <a:endParaRPr lang="en-US" dirty="0">
              <a:cs typeface="Arial"/>
            </a:endParaRPr>
          </a:p>
          <a:p>
            <a:pPr marL="344170" indent="-337820"/>
            <a:endParaRPr lang="en-US" dirty="0">
              <a:cs typeface="Arial"/>
            </a:endParaRPr>
          </a:p>
        </p:txBody>
      </p:sp>
      <p:sp>
        <p:nvSpPr>
          <p:cNvPr id="5" name="TextBox 4">
            <a:extLst>
              <a:ext uri="{FF2B5EF4-FFF2-40B4-BE49-F238E27FC236}">
                <a16:creationId xmlns:a16="http://schemas.microsoft.com/office/drawing/2014/main" id="{5FB18327-B3C1-E30C-A90E-A9868B476166}"/>
              </a:ext>
            </a:extLst>
          </p:cNvPr>
          <p:cNvSpPr txBox="1"/>
          <p:nvPr/>
        </p:nvSpPr>
        <p:spPr>
          <a:xfrm>
            <a:off x="1460500" y="3424664"/>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Arial"/>
              </a:rPr>
              <a:t>Example Preview:</a:t>
            </a:r>
            <a:endParaRPr lang="en-US"/>
          </a:p>
        </p:txBody>
      </p:sp>
    </p:spTree>
    <p:extLst>
      <p:ext uri="{BB962C8B-B14F-4D97-AF65-F5344CB8AC3E}">
        <p14:creationId xmlns:p14="http://schemas.microsoft.com/office/powerpoint/2010/main" val="1458922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00628-22D9-AFCC-C8A8-940F18AFE9CA}"/>
              </a:ext>
            </a:extLst>
          </p:cNvPr>
          <p:cNvSpPr txBox="1">
            <a:spLocks/>
          </p:cNvSpPr>
          <p:nvPr/>
        </p:nvSpPr>
        <p:spPr>
          <a:xfrm>
            <a:off x="1325933" y="1566881"/>
            <a:ext cx="7958331" cy="1077229"/>
          </a:xfrm>
          <a:prstGeom prst="rect">
            <a:avLst/>
          </a:prstGeom>
        </p:spPr>
        <p:txBody>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a:cs typeface="Arial"/>
              </a:rPr>
              <a:t>Personal Links:</a:t>
            </a:r>
            <a:endParaRPr lang="en-US"/>
          </a:p>
        </p:txBody>
      </p:sp>
      <p:sp>
        <p:nvSpPr>
          <p:cNvPr id="3" name="Content Placeholder 2">
            <a:extLst>
              <a:ext uri="{FF2B5EF4-FFF2-40B4-BE49-F238E27FC236}">
                <a16:creationId xmlns:a16="http://schemas.microsoft.com/office/drawing/2014/main" id="{EA325F0C-3FB6-FC4B-47DC-4BAF874A8E47}"/>
              </a:ext>
            </a:extLst>
          </p:cNvPr>
          <p:cNvSpPr txBox="1">
            <a:spLocks/>
          </p:cNvSpPr>
          <p:nvPr/>
        </p:nvSpPr>
        <p:spPr>
          <a:xfrm>
            <a:off x="1328974" y="2334690"/>
            <a:ext cx="7807123" cy="2410328"/>
          </a:xfrm>
          <a:prstGeom prst="rect">
            <a:avLst/>
          </a:prstGeom>
        </p:spPr>
        <p:txBody>
          <a:bodyPr lIns="91440" tIns="45720" rIns="91440" bIns="45720" anchor="t"/>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344170" indent="-337820">
              <a:buFont typeface="Wingdings" panose="020B0604020202020204"/>
              <a:buChar char="§"/>
            </a:pPr>
            <a:r>
              <a:rPr lang="en-US" dirty="0">
                <a:ea typeface="+mn-lt"/>
                <a:cs typeface="+mn-lt"/>
              </a:rPr>
              <a:t>Link to resource center (contains additional research, tutorials, and more):</a:t>
            </a:r>
            <a:br>
              <a:rPr lang="en-US" dirty="0">
                <a:ea typeface="+mn-lt"/>
                <a:cs typeface="+mn-lt"/>
              </a:rPr>
            </a:br>
            <a:r>
              <a:rPr lang="en-US" dirty="0">
                <a:cs typeface="Arial"/>
                <a:hlinkClick r:id="rId2"/>
              </a:rPr>
              <a:t>https://github.com/FelipeRestrepo101/ResponsibleAI</a:t>
            </a:r>
            <a:r>
              <a:rPr lang="en-US" dirty="0">
                <a:cs typeface="Arial"/>
              </a:rPr>
              <a:t> </a:t>
            </a:r>
          </a:p>
          <a:p>
            <a:pPr marL="344170" indent="-337820">
              <a:buFont typeface="Wingdings" panose="020B0604020202020204"/>
            </a:pPr>
            <a:endParaRPr lang="en-US" dirty="0">
              <a:cs typeface="Arial"/>
            </a:endParaRPr>
          </a:p>
          <a:p>
            <a:pPr marL="457200" indent="-457200">
              <a:buFont typeface="Wingdings" panose="020B0604020202020204"/>
            </a:pPr>
            <a:endParaRPr lang="en-US" dirty="0">
              <a:cs typeface="Arial"/>
            </a:endParaRPr>
          </a:p>
          <a:p>
            <a:pPr marL="344170" indent="-337820"/>
            <a:endParaRPr lang="en-US" dirty="0">
              <a:cs typeface="Arial"/>
            </a:endParaRPr>
          </a:p>
        </p:txBody>
      </p:sp>
    </p:spTree>
    <p:extLst>
      <p:ext uri="{BB962C8B-B14F-4D97-AF65-F5344CB8AC3E}">
        <p14:creationId xmlns:p14="http://schemas.microsoft.com/office/powerpoint/2010/main" val="1199940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489D3-FA11-EBD1-1FDC-65622B3FE989}"/>
              </a:ext>
            </a:extLst>
          </p:cNvPr>
          <p:cNvSpPr txBox="1">
            <a:spLocks/>
          </p:cNvSpPr>
          <p:nvPr/>
        </p:nvSpPr>
        <p:spPr>
          <a:xfrm>
            <a:off x="1325933" y="277342"/>
            <a:ext cx="7958331" cy="715768"/>
          </a:xfrm>
          <a:prstGeom prst="rect">
            <a:avLst/>
          </a:prstGeom>
        </p:spPr>
        <p:txBody>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cs typeface="Arial"/>
              </a:rPr>
              <a:t>References (to be formatted in APA)</a:t>
            </a:r>
            <a:endParaRPr lang="en-US" dirty="0"/>
          </a:p>
        </p:txBody>
      </p:sp>
      <p:sp>
        <p:nvSpPr>
          <p:cNvPr id="3" name="Content Placeholder 2">
            <a:extLst>
              <a:ext uri="{FF2B5EF4-FFF2-40B4-BE49-F238E27FC236}">
                <a16:creationId xmlns:a16="http://schemas.microsoft.com/office/drawing/2014/main" id="{1A1DFB42-D5C7-396E-54A0-1C45DFAC2D1E}"/>
              </a:ext>
            </a:extLst>
          </p:cNvPr>
          <p:cNvSpPr txBox="1">
            <a:spLocks/>
          </p:cNvSpPr>
          <p:nvPr/>
        </p:nvSpPr>
        <p:spPr>
          <a:xfrm>
            <a:off x="1328974" y="827576"/>
            <a:ext cx="7955290" cy="5913465"/>
          </a:xfrm>
          <a:prstGeom prst="rect">
            <a:avLst/>
          </a:prstGeom>
        </p:spPr>
        <p:txBody>
          <a:bodyPr lIns="91440" tIns="45720" rIns="91440" bIns="45720" anchor="t"/>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344170" indent="-337820">
              <a:buFont typeface="Wingdings" panose="020B0604020202020204"/>
              <a:buChar char="§"/>
            </a:pPr>
            <a:r>
              <a:rPr lang="en-US" dirty="0">
                <a:cs typeface="Arial"/>
                <a:hlinkClick r:id="rId2"/>
              </a:rPr>
              <a:t>https://eta-publications.lbl.gov/sites/default/files/2024-12/lbnl-2024-united-states-data-center-energy-usage-report_1.pdf</a:t>
            </a:r>
            <a:endParaRPr lang="en-US" dirty="0">
              <a:cs typeface="Arial"/>
            </a:endParaRPr>
          </a:p>
          <a:p>
            <a:pPr marL="344170" indent="-337820">
              <a:buFont typeface="Wingdings" panose="020B0604020202020204"/>
              <a:buChar char="§"/>
            </a:pPr>
            <a:r>
              <a:rPr lang="en-US" dirty="0">
                <a:cs typeface="Arial"/>
                <a:hlinkClick r:id="rId3"/>
              </a:rPr>
              <a:t>https://www.congress.gov/crs-product/R48646</a:t>
            </a:r>
            <a:r>
              <a:rPr lang="en-US" dirty="0">
                <a:cs typeface="Arial"/>
              </a:rPr>
              <a:t> </a:t>
            </a:r>
          </a:p>
          <a:p>
            <a:pPr marL="344170" indent="-337820">
              <a:buFont typeface="Wingdings" panose="020B0604020202020204"/>
              <a:buChar char="§"/>
            </a:pPr>
            <a:r>
              <a:rPr lang="en-US" dirty="0">
                <a:cs typeface="Arial"/>
                <a:hlinkClick r:id="rId4"/>
              </a:rPr>
              <a:t>https://www.eesi.org/articles/view/data-centers-and-water-consumption</a:t>
            </a:r>
            <a:r>
              <a:rPr lang="en-US" dirty="0">
                <a:cs typeface="Arial"/>
              </a:rPr>
              <a:t> </a:t>
            </a:r>
          </a:p>
          <a:p>
            <a:pPr marL="344170" indent="-337820">
              <a:buFont typeface="Wingdings" panose="020B0604020202020204"/>
              <a:buChar char="§"/>
            </a:pPr>
            <a:r>
              <a:rPr lang="en-US" dirty="0">
                <a:cs typeface="Arial"/>
                <a:hlinkClick r:id="rId5"/>
              </a:rPr>
              <a:t>https://cloud.google.com/blog/products/infrastructure/measuring-the-environmental-impact-of-ai-inference/</a:t>
            </a:r>
            <a:r>
              <a:rPr lang="en-US" dirty="0">
                <a:cs typeface="Arial"/>
              </a:rPr>
              <a:t> </a:t>
            </a:r>
          </a:p>
          <a:p>
            <a:pPr marL="344170" indent="-337820">
              <a:buFont typeface="Wingdings" panose="020B0604020202020204"/>
              <a:buChar char="§"/>
            </a:pPr>
            <a:r>
              <a:rPr lang="en-US" dirty="0">
                <a:cs typeface="Arial"/>
                <a:hlinkClick r:id="rId6"/>
              </a:rPr>
              <a:t>https://googleblog.blogspot.com/2009/01/powering-google-search.html</a:t>
            </a:r>
            <a:r>
              <a:rPr lang="en-US" dirty="0">
                <a:cs typeface="Arial"/>
              </a:rPr>
              <a:t> </a:t>
            </a:r>
          </a:p>
          <a:p>
            <a:pPr marL="344170" indent="-337820">
              <a:buFont typeface="Wingdings" panose="020B0604020202020204"/>
              <a:buChar char="§"/>
            </a:pPr>
            <a:r>
              <a:rPr lang="en-US" dirty="0">
                <a:cs typeface="Arial"/>
                <a:hlinkClick r:id="rId7"/>
              </a:rPr>
              <a:t>https://doi.org/10.48550/arXiv.2407.16894</a:t>
            </a:r>
            <a:endParaRPr lang="en-US" dirty="0">
              <a:cs typeface="Arial"/>
            </a:endParaRPr>
          </a:p>
          <a:p>
            <a:pPr marL="344170" indent="-337820">
              <a:buFont typeface="Wingdings" panose="020B0604020202020204"/>
              <a:buChar char="§"/>
            </a:pPr>
            <a:r>
              <a:rPr lang="en-US" dirty="0">
                <a:cs typeface="Arial"/>
                <a:hlinkClick r:id="rId8"/>
              </a:rPr>
              <a:t>https://doi.org/10.48550/arXiv.2509.19222</a:t>
            </a:r>
            <a:r>
              <a:rPr lang="en-US" dirty="0">
                <a:cs typeface="Arial"/>
              </a:rPr>
              <a:t> </a:t>
            </a:r>
          </a:p>
          <a:p>
            <a:pPr marL="344170" indent="-337820">
              <a:buFont typeface="Wingdings" panose="020B0604020202020204"/>
              <a:buChar char="§"/>
            </a:pPr>
            <a:r>
              <a:rPr lang="en-US" dirty="0">
                <a:cs typeface="Arial"/>
                <a:hlinkClick r:id="rId9"/>
              </a:rPr>
              <a:t>https://www.epri.com/research/products/3002028905</a:t>
            </a:r>
            <a:r>
              <a:rPr lang="en-US" dirty="0">
                <a:cs typeface="Arial"/>
              </a:rPr>
              <a:t> </a:t>
            </a:r>
          </a:p>
          <a:p>
            <a:pPr marL="344170" indent="-337820">
              <a:buFont typeface="Wingdings" panose="020B0604020202020204"/>
              <a:buChar char="§"/>
            </a:pPr>
            <a:endParaRPr lang="en-US" dirty="0">
              <a:cs typeface="Arial"/>
            </a:endParaRPr>
          </a:p>
          <a:p>
            <a:pPr marL="457200" indent="-457200">
              <a:buFont typeface="Wingdings" panose="020B0604020202020204"/>
              <a:buChar char="§"/>
            </a:pPr>
            <a:endParaRPr lang="en-US" dirty="0">
              <a:cs typeface="Arial"/>
            </a:endParaRPr>
          </a:p>
          <a:p>
            <a:pPr marL="344170" indent="-337820">
              <a:buFont typeface="Wingdings" panose="05000000000000000000" pitchFamily="2" charset="2"/>
              <a:buChar char="§"/>
            </a:pPr>
            <a:endParaRPr lang="en-US" dirty="0">
              <a:cs typeface="Arial"/>
            </a:endParaRPr>
          </a:p>
        </p:txBody>
      </p:sp>
    </p:spTree>
    <p:extLst>
      <p:ext uri="{BB962C8B-B14F-4D97-AF65-F5344CB8AC3E}">
        <p14:creationId xmlns:p14="http://schemas.microsoft.com/office/powerpoint/2010/main" val="41385222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3F658-05B9-2558-A1AF-E319FF1F50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A7324E-E528-2B27-F473-A7E6E41A9FB5}"/>
              </a:ext>
            </a:extLst>
          </p:cNvPr>
          <p:cNvSpPr txBox="1">
            <a:spLocks/>
          </p:cNvSpPr>
          <p:nvPr/>
        </p:nvSpPr>
        <p:spPr>
          <a:xfrm>
            <a:off x="1325933" y="277342"/>
            <a:ext cx="7958331" cy="715768"/>
          </a:xfrm>
          <a:prstGeom prst="rect">
            <a:avLst/>
          </a:prstGeom>
        </p:spPr>
        <p:txBody>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dirty="0">
                <a:cs typeface="Arial"/>
              </a:rPr>
              <a:t>References (to be formatted in APA)</a:t>
            </a:r>
            <a:endParaRPr lang="en-US" dirty="0"/>
          </a:p>
        </p:txBody>
      </p:sp>
      <p:sp>
        <p:nvSpPr>
          <p:cNvPr id="3" name="Content Placeholder 2">
            <a:extLst>
              <a:ext uri="{FF2B5EF4-FFF2-40B4-BE49-F238E27FC236}">
                <a16:creationId xmlns:a16="http://schemas.microsoft.com/office/drawing/2014/main" id="{F8126A8C-6DB6-E0C5-9A83-430524B2E85D}"/>
              </a:ext>
            </a:extLst>
          </p:cNvPr>
          <p:cNvSpPr txBox="1">
            <a:spLocks/>
          </p:cNvSpPr>
          <p:nvPr/>
        </p:nvSpPr>
        <p:spPr>
          <a:xfrm>
            <a:off x="1328974" y="827576"/>
            <a:ext cx="7955290" cy="5913465"/>
          </a:xfrm>
          <a:prstGeom prst="rect">
            <a:avLst/>
          </a:prstGeom>
        </p:spPr>
        <p:txBody>
          <a:bodyPr lIns="91440" tIns="45720" rIns="91440" bIns="45720" anchor="t"/>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344170" indent="-337820">
              <a:buFont typeface="Wingdings" panose="020B0604020202020204"/>
              <a:buChar char="§"/>
            </a:pPr>
            <a:r>
              <a:rPr lang="en-US" dirty="0">
                <a:cs typeface="Arial"/>
                <a:hlinkClick r:id="rId2"/>
              </a:rPr>
              <a:t>https://www.latimes.com/environment/story/2024-08-12/california-data-centers-could-derail-clean-energy-goals</a:t>
            </a:r>
            <a:endParaRPr lang="en-US" dirty="0">
              <a:cs typeface="Arial"/>
            </a:endParaRPr>
          </a:p>
          <a:p>
            <a:pPr marL="344170" indent="-337820">
              <a:buFont typeface="Wingdings" panose="020B0604020202020204"/>
              <a:buChar char="§"/>
            </a:pPr>
            <a:r>
              <a:rPr lang="en-US" dirty="0">
                <a:cs typeface="Arial"/>
                <a:hlinkClick r:id="rId3"/>
              </a:rPr>
              <a:t>https://time.com/7308925/elon-musk-memphis-ai-data-center/</a:t>
            </a:r>
            <a:r>
              <a:rPr lang="en-US" dirty="0">
                <a:cs typeface="Arial"/>
              </a:rPr>
              <a:t> </a:t>
            </a:r>
          </a:p>
          <a:p>
            <a:pPr marL="457200" indent="-457200">
              <a:buFont typeface="Wingdings" panose="020B0604020202020204"/>
              <a:buChar char="§"/>
            </a:pPr>
            <a:endParaRPr lang="en-US" dirty="0">
              <a:cs typeface="Arial"/>
            </a:endParaRPr>
          </a:p>
          <a:p>
            <a:pPr marL="344170" indent="-337820">
              <a:buFont typeface="Wingdings" panose="05000000000000000000" pitchFamily="2" charset="2"/>
              <a:buChar char="§"/>
            </a:pPr>
            <a:endParaRPr lang="en-US" dirty="0">
              <a:cs typeface="Arial"/>
            </a:endParaRPr>
          </a:p>
        </p:txBody>
      </p:sp>
    </p:spTree>
    <p:extLst>
      <p:ext uri="{BB962C8B-B14F-4D97-AF65-F5344CB8AC3E}">
        <p14:creationId xmlns:p14="http://schemas.microsoft.com/office/powerpoint/2010/main" val="322032547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3768E9FE-37A8-4ADA-8480-2787D1D80DCE}">
  <we:reference id="wa200005566" version="1.0.0.0" store="en-US" storeType="omex"/>
  <we:alternateReferences>
    <we:reference id="wa200005566" version="1.0.0.0" store="omex"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0AFCE790-88DF-4DEC-839D-A9D4B1EDE416}">
  <we:reference id="wa200005669" version="2.0.0.0" store="en-US" storeType="omex"/>
  <we:alternateReferences>
    <we:reference id="wa200005669" version="2.0.0.0" store="omex"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09C91D6986A084489A3CC0BB4E8E6D5" ma:contentTypeVersion="5" ma:contentTypeDescription="Create a new document." ma:contentTypeScope="" ma:versionID="980eb2655c4c55ec26797d6bfa7fe274">
  <xsd:schema xmlns:xsd="http://www.w3.org/2001/XMLSchema" xmlns:xs="http://www.w3.org/2001/XMLSchema" xmlns:p="http://schemas.microsoft.com/office/2006/metadata/properties" xmlns:ns3="573c176d-da9f-4f40-83b3-3bcb28a0c65e" targetNamespace="http://schemas.microsoft.com/office/2006/metadata/properties" ma:root="true" ma:fieldsID="d19de427f68107296fdbb9f6a0cb5ea7" ns3:_="">
    <xsd:import namespace="573c176d-da9f-4f40-83b3-3bcb28a0c65e"/>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MediaServiceSearchPropertie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3c176d-da9f-4f40-83b3-3bcb28a0c6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59D2970-E6C1-4CE7-B1B8-41742E053A0D}">
  <ds:schemaRefs>
    <ds:schemaRef ds:uri="573c176d-da9f-4f40-83b3-3bcb28a0c65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A9153BB-BBD4-4DD5-B1D8-832E805DE8C6}">
  <ds:schemaRefs>
    <ds:schemaRef ds:uri="http://schemas.microsoft.com/sharepoint/v3/contenttype/forms"/>
  </ds:schemaRefs>
</ds:datastoreItem>
</file>

<file path=customXml/itemProps3.xml><?xml version="1.0" encoding="utf-8"?>
<ds:datastoreItem xmlns:ds="http://schemas.openxmlformats.org/officeDocument/2006/customXml" ds:itemID="{EB4A6261-C6FC-4859-81CC-98BAE2D7DFB7}">
  <ds:schemaRefs>
    <ds:schemaRef ds:uri="573c176d-da9f-4f40-83b3-3bcb28a0c65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Ion</Template>
  <TotalTime>127</TotalTime>
  <Words>674</Words>
  <Application>Microsoft Office PowerPoint</Application>
  <PresentationFormat>Widescreen</PresentationFormat>
  <Paragraphs>85</Paragraphs>
  <Slides>24</Slides>
  <Notes>5</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Arial</vt:lpstr>
      <vt:lpstr>Calibri</vt:lpstr>
      <vt:lpstr>DM Sans Medium</vt:lpstr>
      <vt:lpstr>MS Shell Dlg 2</vt:lpstr>
      <vt:lpstr>Wingdings</vt:lpstr>
      <vt:lpstr>Wingdings 3</vt:lpstr>
      <vt:lpstr>Madison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felipe restrepo</dc:creator>
  <cp:lastModifiedBy>Restrepo,Felipe</cp:lastModifiedBy>
  <cp:revision>3</cp:revision>
  <dcterms:created xsi:type="dcterms:W3CDTF">2025-04-24T01:36:04Z</dcterms:created>
  <dcterms:modified xsi:type="dcterms:W3CDTF">2025-12-04T07:01:17Z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0x010100C09C91D6986A084489A3CC0BB4E8E6D5</vt:lpwstr>
  </property>
</Properties>
</file>